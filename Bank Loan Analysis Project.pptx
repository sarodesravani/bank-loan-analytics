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6" r:id="rId4"/>
  </p:sldMasterIdLst>
  <p:sldIdLst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9948FE-9FFD-466F-BF3C-BD3DE2397BFD}">
          <p14:sldIdLst>
            <p14:sldId id="259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6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3C894-172B-4A0A-94A8-1BD36EA8E6D8}" v="68" dt="2026-08-31T06:00:24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i S" userId="dbd871c1a17d76a4" providerId="LiveId" clId="{50D70EAB-67FF-4245-A1E3-B287EC0C2AF8}"/>
    <pc:docChg chg="undo custSel addSld modSld sldOrd modSection">
      <pc:chgData name="Sravani S" userId="dbd871c1a17d76a4" providerId="LiveId" clId="{50D70EAB-67FF-4245-A1E3-B287EC0C2AF8}" dt="2026-09-01T13:39:10.827" v="832" actId="20577"/>
      <pc:docMkLst>
        <pc:docMk/>
      </pc:docMkLst>
      <pc:sldChg chg="modSp mod modShow">
        <pc:chgData name="Sravani S" userId="dbd871c1a17d76a4" providerId="LiveId" clId="{50D70EAB-67FF-4245-A1E3-B287EC0C2AF8}" dt="2026-09-01T12:46:21.523" v="826" actId="20577"/>
        <pc:sldMkLst>
          <pc:docMk/>
          <pc:sldMk cId="2206297909" sldId="259"/>
        </pc:sldMkLst>
        <pc:spChg chg="mod">
          <ac:chgData name="Sravani S" userId="dbd871c1a17d76a4" providerId="LiveId" clId="{50D70EAB-67FF-4245-A1E3-B287EC0C2AF8}" dt="2026-09-01T12:46:21.523" v="826" actId="20577"/>
          <ac:spMkLst>
            <pc:docMk/>
            <pc:sldMk cId="2206297909" sldId="259"/>
            <ac:spMk id="2" creationId="{DBB2677B-98B1-13DE-B3EB-CCE11A88C994}"/>
          </ac:spMkLst>
        </pc:spChg>
        <pc:spChg chg="mod">
          <ac:chgData name="Sravani S" userId="dbd871c1a17d76a4" providerId="LiveId" clId="{50D70EAB-67FF-4245-A1E3-B287EC0C2AF8}" dt="2026-08-31T04:17:34.940" v="17"/>
          <ac:spMkLst>
            <pc:docMk/>
            <pc:sldMk cId="2206297909" sldId="259"/>
            <ac:spMk id="3" creationId="{13C74107-133F-F838-1094-6226E5896E7C}"/>
          </ac:spMkLst>
        </pc:spChg>
      </pc:sldChg>
      <pc:sldChg chg="modSp mod">
        <pc:chgData name="Sravani S" userId="dbd871c1a17d76a4" providerId="LiveId" clId="{50D70EAB-67FF-4245-A1E3-B287EC0C2AF8}" dt="2026-08-31T04:15:36.316" v="6" actId="207"/>
        <pc:sldMkLst>
          <pc:docMk/>
          <pc:sldMk cId="190876679" sldId="260"/>
        </pc:sldMkLst>
        <pc:spChg chg="mod">
          <ac:chgData name="Sravani S" userId="dbd871c1a17d76a4" providerId="LiveId" clId="{50D70EAB-67FF-4245-A1E3-B287EC0C2AF8}" dt="2026-08-31T04:15:36.316" v="6" actId="207"/>
          <ac:spMkLst>
            <pc:docMk/>
            <pc:sldMk cId="190876679" sldId="260"/>
            <ac:spMk id="3" creationId="{92C92C77-9C87-FABE-A5C0-5D6F3EDBD196}"/>
          </ac:spMkLst>
        </pc:spChg>
      </pc:sldChg>
      <pc:sldChg chg="modSp mod">
        <pc:chgData name="Sravani S" userId="dbd871c1a17d76a4" providerId="LiveId" clId="{50D70EAB-67FF-4245-A1E3-B287EC0C2AF8}" dt="2026-08-31T13:36:08.337" v="804" actId="208"/>
        <pc:sldMkLst>
          <pc:docMk/>
          <pc:sldMk cId="2741023443" sldId="261"/>
        </pc:sldMkLst>
        <pc:spChg chg="mod">
          <ac:chgData name="Sravani S" userId="dbd871c1a17d76a4" providerId="LiveId" clId="{50D70EAB-67FF-4245-A1E3-B287EC0C2AF8}" dt="2026-08-31T04:18:58.636" v="22" actId="207"/>
          <ac:spMkLst>
            <pc:docMk/>
            <pc:sldMk cId="2741023443" sldId="261"/>
            <ac:spMk id="2" creationId="{0F20C21B-348E-651B-842B-C73E2ABA5BDE}"/>
          </ac:spMkLst>
        </pc:spChg>
        <pc:spChg chg="mod">
          <ac:chgData name="Sravani S" userId="dbd871c1a17d76a4" providerId="LiveId" clId="{50D70EAB-67FF-4245-A1E3-B287EC0C2AF8}" dt="2026-08-31T13:36:04.148" v="803" actId="208"/>
          <ac:spMkLst>
            <pc:docMk/>
            <pc:sldMk cId="2741023443" sldId="261"/>
            <ac:spMk id="6" creationId="{88444E99-2A9B-B807-186C-3AE8FE3C4C9E}"/>
          </ac:spMkLst>
        </pc:spChg>
        <pc:spChg chg="mod">
          <ac:chgData name="Sravani S" userId="dbd871c1a17d76a4" providerId="LiveId" clId="{50D70EAB-67FF-4245-A1E3-B287EC0C2AF8}" dt="2026-08-31T13:36:08.337" v="804" actId="208"/>
          <ac:spMkLst>
            <pc:docMk/>
            <pc:sldMk cId="2741023443" sldId="261"/>
            <ac:spMk id="10" creationId="{A1CAC100-5BF7-96F2-520B-41C0CE2A2A84}"/>
          </ac:spMkLst>
        </pc:spChg>
        <pc:spChg chg="mod">
          <ac:chgData name="Sravani S" userId="dbd871c1a17d76a4" providerId="LiveId" clId="{50D70EAB-67FF-4245-A1E3-B287EC0C2AF8}" dt="2026-08-31T04:15:29.641" v="5" actId="207"/>
          <ac:spMkLst>
            <pc:docMk/>
            <pc:sldMk cId="2741023443" sldId="261"/>
            <ac:spMk id="19" creationId="{83AB18BF-773F-1788-B294-DFFF3AB76DA3}"/>
          </ac:spMkLst>
        </pc:spChg>
        <pc:picChg chg="mod">
          <ac:chgData name="Sravani S" userId="dbd871c1a17d76a4" providerId="LiveId" clId="{50D70EAB-67FF-4245-A1E3-B287EC0C2AF8}" dt="2026-08-31T04:17:46.185" v="18" actId="1076"/>
          <ac:picMkLst>
            <pc:docMk/>
            <pc:sldMk cId="2741023443" sldId="261"/>
            <ac:picMk id="5" creationId="{9183F212-5215-03DF-FD19-CD184B009B02}"/>
          </ac:picMkLst>
        </pc:picChg>
      </pc:sldChg>
      <pc:sldChg chg="modSp mod">
        <pc:chgData name="Sravani S" userId="dbd871c1a17d76a4" providerId="LiveId" clId="{50D70EAB-67FF-4245-A1E3-B287EC0C2AF8}" dt="2026-08-31T04:15:42.331" v="7" actId="207"/>
        <pc:sldMkLst>
          <pc:docMk/>
          <pc:sldMk cId="1891581224" sldId="262"/>
        </pc:sldMkLst>
        <pc:spChg chg="mod">
          <ac:chgData name="Sravani S" userId="dbd871c1a17d76a4" providerId="LiveId" clId="{50D70EAB-67FF-4245-A1E3-B287EC0C2AF8}" dt="2026-08-31T04:15:42.331" v="7" actId="207"/>
          <ac:spMkLst>
            <pc:docMk/>
            <pc:sldMk cId="1891581224" sldId="262"/>
            <ac:spMk id="6" creationId="{B917B07F-391A-FA46-CE17-05EDDB7C3D7F}"/>
          </ac:spMkLst>
        </pc:spChg>
      </pc:sldChg>
      <pc:sldChg chg="modSp mod">
        <pc:chgData name="Sravani S" userId="dbd871c1a17d76a4" providerId="LiveId" clId="{50D70EAB-67FF-4245-A1E3-B287EC0C2AF8}" dt="2026-08-31T13:38:26.895" v="814" actId="113"/>
        <pc:sldMkLst>
          <pc:docMk/>
          <pc:sldMk cId="350779314" sldId="263"/>
        </pc:sldMkLst>
        <pc:spChg chg="mod">
          <ac:chgData name="Sravani S" userId="dbd871c1a17d76a4" providerId="LiveId" clId="{50D70EAB-67FF-4245-A1E3-B287EC0C2AF8}" dt="2026-08-31T13:38:21.810" v="813" actId="113"/>
          <ac:spMkLst>
            <pc:docMk/>
            <pc:sldMk cId="350779314" sldId="263"/>
            <ac:spMk id="7" creationId="{6700E2ED-55FD-1F49-75D4-F55012C63A1A}"/>
          </ac:spMkLst>
        </pc:spChg>
        <pc:spChg chg="mod">
          <ac:chgData name="Sravani S" userId="dbd871c1a17d76a4" providerId="LiveId" clId="{50D70EAB-67FF-4245-A1E3-B287EC0C2AF8}" dt="2026-08-31T13:38:26.895" v="814" actId="113"/>
          <ac:spMkLst>
            <pc:docMk/>
            <pc:sldMk cId="350779314" sldId="263"/>
            <ac:spMk id="8" creationId="{B037DECA-1AA9-6639-F181-256228C6BE33}"/>
          </ac:spMkLst>
        </pc:spChg>
        <pc:spChg chg="mod">
          <ac:chgData name="Sravani S" userId="dbd871c1a17d76a4" providerId="LiveId" clId="{50D70EAB-67FF-4245-A1E3-B287EC0C2AF8}" dt="2026-08-31T13:38:16.843" v="812" actId="113"/>
          <ac:spMkLst>
            <pc:docMk/>
            <pc:sldMk cId="350779314" sldId="263"/>
            <ac:spMk id="9" creationId="{A66E7F9C-18DD-C711-E08C-7E599ACB111D}"/>
          </ac:spMkLst>
        </pc:spChg>
      </pc:sldChg>
      <pc:sldChg chg="modSp mod">
        <pc:chgData name="Sravani S" userId="dbd871c1a17d76a4" providerId="LiveId" clId="{50D70EAB-67FF-4245-A1E3-B287EC0C2AF8}" dt="2026-08-31T13:39:22.127" v="815" actId="113"/>
        <pc:sldMkLst>
          <pc:docMk/>
          <pc:sldMk cId="488916760" sldId="264"/>
        </pc:sldMkLst>
        <pc:spChg chg="mod">
          <ac:chgData name="Sravani S" userId="dbd871c1a17d76a4" providerId="LiveId" clId="{50D70EAB-67FF-4245-A1E3-B287EC0C2AF8}" dt="2026-08-31T13:39:22.127" v="815" actId="113"/>
          <ac:spMkLst>
            <pc:docMk/>
            <pc:sldMk cId="488916760" sldId="264"/>
            <ac:spMk id="2" creationId="{6854206B-F301-34E3-86D5-207F30745FC2}"/>
          </ac:spMkLst>
        </pc:spChg>
      </pc:sldChg>
      <pc:sldChg chg="addSp modSp mod">
        <pc:chgData name="Sravani S" userId="dbd871c1a17d76a4" providerId="LiveId" clId="{50D70EAB-67FF-4245-A1E3-B287EC0C2AF8}" dt="2026-08-31T05:04:28.968" v="450" actId="20577"/>
        <pc:sldMkLst>
          <pc:docMk/>
          <pc:sldMk cId="1908899836" sldId="265"/>
        </pc:sldMkLst>
        <pc:spChg chg="add mod">
          <ac:chgData name="Sravani S" userId="dbd871c1a17d76a4" providerId="LiveId" clId="{50D70EAB-67FF-4245-A1E3-B287EC0C2AF8}" dt="2026-08-31T04:24:35.939" v="64" actId="14100"/>
          <ac:spMkLst>
            <pc:docMk/>
            <pc:sldMk cId="1908899836" sldId="265"/>
            <ac:spMk id="2" creationId="{8A95FA30-C29C-F63A-055A-7C2455198C25}"/>
          </ac:spMkLst>
        </pc:spChg>
        <pc:spChg chg="add mod">
          <ac:chgData name="Sravani S" userId="dbd871c1a17d76a4" providerId="LiveId" clId="{50D70EAB-67FF-4245-A1E3-B287EC0C2AF8}" dt="2026-08-31T05:04:28.968" v="450" actId="20577"/>
          <ac:spMkLst>
            <pc:docMk/>
            <pc:sldMk cId="1908899836" sldId="265"/>
            <ac:spMk id="3" creationId="{BD1B40F1-0B9A-0E5F-DC8A-3BA04087363A}"/>
          </ac:spMkLst>
        </pc:spChg>
      </pc:sldChg>
      <pc:sldChg chg="addSp modSp new mod">
        <pc:chgData name="Sravani S" userId="dbd871c1a17d76a4" providerId="LiveId" clId="{50D70EAB-67FF-4245-A1E3-B287EC0C2AF8}" dt="2026-08-31T13:36:59.360" v="811" actId="113"/>
        <pc:sldMkLst>
          <pc:docMk/>
          <pc:sldMk cId="3143049178" sldId="266"/>
        </pc:sldMkLst>
        <pc:spChg chg="add mod">
          <ac:chgData name="Sravani S" userId="dbd871c1a17d76a4" providerId="LiveId" clId="{50D70EAB-67FF-4245-A1E3-B287EC0C2AF8}" dt="2026-08-31T04:39:23.801" v="255" actId="113"/>
          <ac:spMkLst>
            <pc:docMk/>
            <pc:sldMk cId="3143049178" sldId="266"/>
            <ac:spMk id="2" creationId="{6C5DD1D8-E215-A51A-0750-1F71B6304E22}"/>
          </ac:spMkLst>
        </pc:spChg>
        <pc:spChg chg="add mod">
          <ac:chgData name="Sravani S" userId="dbd871c1a17d76a4" providerId="LiveId" clId="{50D70EAB-67FF-4245-A1E3-B287EC0C2AF8}" dt="2026-08-31T04:38:50.974" v="250" actId="113"/>
          <ac:spMkLst>
            <pc:docMk/>
            <pc:sldMk cId="3143049178" sldId="266"/>
            <ac:spMk id="3" creationId="{5FC406D3-24CF-2F5A-DE44-2346F1D603F9}"/>
          </ac:spMkLst>
        </pc:spChg>
        <pc:spChg chg="add mod">
          <ac:chgData name="Sravani S" userId="dbd871c1a17d76a4" providerId="LiveId" clId="{50D70EAB-67FF-4245-A1E3-B287EC0C2AF8}" dt="2026-08-31T04:38:57.510" v="251" actId="113"/>
          <ac:spMkLst>
            <pc:docMk/>
            <pc:sldMk cId="3143049178" sldId="266"/>
            <ac:spMk id="4" creationId="{A55A5052-1023-5CA7-BD3A-52AC8DE74D77}"/>
          </ac:spMkLst>
        </pc:spChg>
        <pc:spChg chg="add mod">
          <ac:chgData name="Sravani S" userId="dbd871c1a17d76a4" providerId="LiveId" clId="{50D70EAB-67FF-4245-A1E3-B287EC0C2AF8}" dt="2026-08-31T04:39:03.727" v="252" actId="113"/>
          <ac:spMkLst>
            <pc:docMk/>
            <pc:sldMk cId="3143049178" sldId="266"/>
            <ac:spMk id="5" creationId="{8839A066-CFCD-D86C-F1CB-BDCA3FC39A31}"/>
          </ac:spMkLst>
        </pc:spChg>
        <pc:spChg chg="add mod">
          <ac:chgData name="Sravani S" userId="dbd871c1a17d76a4" providerId="LiveId" clId="{50D70EAB-67FF-4245-A1E3-B287EC0C2AF8}" dt="2026-08-31T04:39:10.485" v="253" actId="113"/>
          <ac:spMkLst>
            <pc:docMk/>
            <pc:sldMk cId="3143049178" sldId="266"/>
            <ac:spMk id="6" creationId="{A1C91F5E-6DCF-7D9F-E5AE-FC20546F703E}"/>
          </ac:spMkLst>
        </pc:spChg>
        <pc:spChg chg="add mod">
          <ac:chgData name="Sravani S" userId="dbd871c1a17d76a4" providerId="LiveId" clId="{50D70EAB-67FF-4245-A1E3-B287EC0C2AF8}" dt="2026-08-31T04:39:16.812" v="254" actId="113"/>
          <ac:spMkLst>
            <pc:docMk/>
            <pc:sldMk cId="3143049178" sldId="266"/>
            <ac:spMk id="7" creationId="{2A2E1A1C-0CD5-9FBE-10BC-8DC5C172A403}"/>
          </ac:spMkLst>
        </pc:spChg>
        <pc:spChg chg="add mod">
          <ac:chgData name="Sravani S" userId="dbd871c1a17d76a4" providerId="LiveId" clId="{50D70EAB-67FF-4245-A1E3-B287EC0C2AF8}" dt="2026-08-31T04:40:43.644" v="269" actId="1076"/>
          <ac:spMkLst>
            <pc:docMk/>
            <pc:sldMk cId="3143049178" sldId="266"/>
            <ac:spMk id="8" creationId="{EC3E5527-25F0-9C50-7AC2-678F2A2B604B}"/>
          </ac:spMkLst>
        </pc:spChg>
        <pc:spChg chg="add mod">
          <ac:chgData name="Sravani S" userId="dbd871c1a17d76a4" providerId="LiveId" clId="{50D70EAB-67FF-4245-A1E3-B287EC0C2AF8}" dt="2026-08-31T04:46:24.818" v="328" actId="1076"/>
          <ac:spMkLst>
            <pc:docMk/>
            <pc:sldMk cId="3143049178" sldId="266"/>
            <ac:spMk id="10" creationId="{AE1A76F8-98BD-5467-681C-3FF5B8C795D3}"/>
          </ac:spMkLst>
        </pc:spChg>
        <pc:spChg chg="add mod">
          <ac:chgData name="Sravani S" userId="dbd871c1a17d76a4" providerId="LiveId" clId="{50D70EAB-67FF-4245-A1E3-B287EC0C2AF8}" dt="2026-08-31T04:41:48.105" v="273" actId="1076"/>
          <ac:spMkLst>
            <pc:docMk/>
            <pc:sldMk cId="3143049178" sldId="266"/>
            <ac:spMk id="12" creationId="{69724F44-271F-1050-44BE-2E74FC21825D}"/>
          </ac:spMkLst>
        </pc:spChg>
        <pc:spChg chg="add mod">
          <ac:chgData name="Sravani S" userId="dbd871c1a17d76a4" providerId="LiveId" clId="{50D70EAB-67FF-4245-A1E3-B287EC0C2AF8}" dt="2026-08-31T04:40:30.719" v="267" actId="1076"/>
          <ac:spMkLst>
            <pc:docMk/>
            <pc:sldMk cId="3143049178" sldId="266"/>
            <ac:spMk id="14" creationId="{68076AD4-C3FE-D4EA-A00D-0BD39D0731FE}"/>
          </ac:spMkLst>
        </pc:spChg>
        <pc:spChg chg="add mod">
          <ac:chgData name="Sravani S" userId="dbd871c1a17d76a4" providerId="LiveId" clId="{50D70EAB-67FF-4245-A1E3-B287EC0C2AF8}" dt="2026-08-31T04:40:37.870" v="268" actId="1076"/>
          <ac:spMkLst>
            <pc:docMk/>
            <pc:sldMk cId="3143049178" sldId="266"/>
            <ac:spMk id="16" creationId="{D5769D7C-0016-E158-F017-9ECE9055CF15}"/>
          </ac:spMkLst>
        </pc:spChg>
        <pc:spChg chg="add mod">
          <ac:chgData name="Sravani S" userId="dbd871c1a17d76a4" providerId="LiveId" clId="{50D70EAB-67FF-4245-A1E3-B287EC0C2AF8}" dt="2026-08-31T13:36:28.631" v="806" actId="113"/>
          <ac:spMkLst>
            <pc:docMk/>
            <pc:sldMk cId="3143049178" sldId="266"/>
            <ac:spMk id="17" creationId="{882CFEE6-3B3A-F3A8-83F6-9E28A6616E88}"/>
          </ac:spMkLst>
        </pc:spChg>
        <pc:spChg chg="add mod">
          <ac:chgData name="Sravani S" userId="dbd871c1a17d76a4" providerId="LiveId" clId="{50D70EAB-67FF-4245-A1E3-B287EC0C2AF8}" dt="2026-08-31T13:36:35.120" v="807" actId="113"/>
          <ac:spMkLst>
            <pc:docMk/>
            <pc:sldMk cId="3143049178" sldId="266"/>
            <ac:spMk id="18" creationId="{3E2AA3EB-50EA-8E9D-39DA-F56F3A3A7C62}"/>
          </ac:spMkLst>
        </pc:spChg>
        <pc:spChg chg="add mod">
          <ac:chgData name="Sravani S" userId="dbd871c1a17d76a4" providerId="LiveId" clId="{50D70EAB-67FF-4245-A1E3-B287EC0C2AF8}" dt="2026-08-31T13:36:41.627" v="808" actId="113"/>
          <ac:spMkLst>
            <pc:docMk/>
            <pc:sldMk cId="3143049178" sldId="266"/>
            <ac:spMk id="19" creationId="{45B2064B-C394-3711-ABA8-7D2A8CC8F46D}"/>
          </ac:spMkLst>
        </pc:spChg>
        <pc:spChg chg="add mod">
          <ac:chgData name="Sravani S" userId="dbd871c1a17d76a4" providerId="LiveId" clId="{50D70EAB-67FF-4245-A1E3-B287EC0C2AF8}" dt="2026-08-31T13:36:52.617" v="810" actId="113"/>
          <ac:spMkLst>
            <pc:docMk/>
            <pc:sldMk cId="3143049178" sldId="266"/>
            <ac:spMk id="20" creationId="{02F01F1D-C3B1-8456-95E5-73C4299CD6C2}"/>
          </ac:spMkLst>
        </pc:spChg>
        <pc:spChg chg="add mod">
          <ac:chgData name="Sravani S" userId="dbd871c1a17d76a4" providerId="LiveId" clId="{50D70EAB-67FF-4245-A1E3-B287EC0C2AF8}" dt="2026-08-31T13:36:59.360" v="811" actId="113"/>
          <ac:spMkLst>
            <pc:docMk/>
            <pc:sldMk cId="3143049178" sldId="266"/>
            <ac:spMk id="21" creationId="{0F4772E6-6827-5191-F822-86A67BFA73C5}"/>
          </ac:spMkLst>
        </pc:spChg>
      </pc:sldChg>
      <pc:sldChg chg="addSp delSp modSp new mod">
        <pc:chgData name="Sravani S" userId="dbd871c1a17d76a4" providerId="LiveId" clId="{50D70EAB-67FF-4245-A1E3-B287EC0C2AF8}" dt="2026-08-31T05:15:04.621" v="517" actId="1076"/>
        <pc:sldMkLst>
          <pc:docMk/>
          <pc:sldMk cId="1054026033" sldId="267"/>
        </pc:sldMkLst>
        <pc:spChg chg="add mod">
          <ac:chgData name="Sravani S" userId="dbd871c1a17d76a4" providerId="LiveId" clId="{50D70EAB-67FF-4245-A1E3-B287EC0C2AF8}" dt="2026-08-31T04:51:08.084" v="356" actId="20577"/>
          <ac:spMkLst>
            <pc:docMk/>
            <pc:sldMk cId="1054026033" sldId="267"/>
            <ac:spMk id="2" creationId="{2D4B23C8-12E4-1C07-F07A-0DA18175E7CD}"/>
          </ac:spMkLst>
        </pc:spChg>
        <pc:spChg chg="add del mod">
          <ac:chgData name="Sravani S" userId="dbd871c1a17d76a4" providerId="LiveId" clId="{50D70EAB-67FF-4245-A1E3-B287EC0C2AF8}" dt="2026-08-31T04:50:47.024" v="351"/>
          <ac:spMkLst>
            <pc:docMk/>
            <pc:sldMk cId="1054026033" sldId="267"/>
            <ac:spMk id="3" creationId="{C50C057C-3DFF-AF4D-90C8-6E0E854F553F}"/>
          </ac:spMkLst>
        </pc:spChg>
        <pc:spChg chg="add mod">
          <ac:chgData name="Sravani S" userId="dbd871c1a17d76a4" providerId="LiveId" clId="{50D70EAB-67FF-4245-A1E3-B287EC0C2AF8}" dt="2026-08-31T05:15:04.621" v="517" actId="1076"/>
          <ac:spMkLst>
            <pc:docMk/>
            <pc:sldMk cId="1054026033" sldId="267"/>
            <ac:spMk id="5" creationId="{7F678E52-4CC5-45E8-8C19-2A552B686AC1}"/>
          </ac:spMkLst>
        </pc:spChg>
        <pc:graphicFrameChg chg="add mod">
          <ac:chgData name="Sravani S" userId="dbd871c1a17d76a4" providerId="LiveId" clId="{50D70EAB-67FF-4245-A1E3-B287EC0C2AF8}" dt="2026-08-31T04:50:53.091" v="352" actId="1076"/>
          <ac:graphicFrameMkLst>
            <pc:docMk/>
            <pc:sldMk cId="1054026033" sldId="267"/>
            <ac:graphicFrameMk id="4" creationId="{2F5D6CF5-F668-463F-B402-B28EB93D18BB}"/>
          </ac:graphicFrameMkLst>
        </pc:graphicFrameChg>
      </pc:sldChg>
      <pc:sldChg chg="addSp modSp new mod">
        <pc:chgData name="Sravani S" userId="dbd871c1a17d76a4" providerId="LiveId" clId="{50D70EAB-67FF-4245-A1E3-B287EC0C2AF8}" dt="2026-08-31T05:01:59.906" v="428" actId="113"/>
        <pc:sldMkLst>
          <pc:docMk/>
          <pc:sldMk cId="3781782300" sldId="268"/>
        </pc:sldMkLst>
        <pc:spChg chg="add mod">
          <ac:chgData name="Sravani S" userId="dbd871c1a17d76a4" providerId="LiveId" clId="{50D70EAB-67FF-4245-A1E3-B287EC0C2AF8}" dt="2026-08-31T04:55:51.908" v="384" actId="1076"/>
          <ac:spMkLst>
            <pc:docMk/>
            <pc:sldMk cId="3781782300" sldId="268"/>
            <ac:spMk id="2" creationId="{905A2F51-3A45-4BB2-95BE-60DA714F51BB}"/>
          </ac:spMkLst>
        </pc:spChg>
        <pc:spChg chg="add mod">
          <ac:chgData name="Sravani S" userId="dbd871c1a17d76a4" providerId="LiveId" clId="{50D70EAB-67FF-4245-A1E3-B287EC0C2AF8}" dt="2026-08-31T05:01:59.906" v="428" actId="113"/>
          <ac:spMkLst>
            <pc:docMk/>
            <pc:sldMk cId="3781782300" sldId="268"/>
            <ac:spMk id="4" creationId="{2AA1A045-2CDA-9A4D-7BEB-24643EB6790B}"/>
          </ac:spMkLst>
        </pc:spChg>
        <pc:graphicFrameChg chg="add mod">
          <ac:chgData name="Sravani S" userId="dbd871c1a17d76a4" providerId="LiveId" clId="{50D70EAB-67FF-4245-A1E3-B287EC0C2AF8}" dt="2026-08-31T04:57:38.525" v="400" actId="207"/>
          <ac:graphicFrameMkLst>
            <pc:docMk/>
            <pc:sldMk cId="3781782300" sldId="268"/>
            <ac:graphicFrameMk id="3" creationId="{47164697-6E89-404D-A44F-255D6EEDE2C4}"/>
          </ac:graphicFrameMkLst>
        </pc:graphicFrameChg>
      </pc:sldChg>
      <pc:sldChg chg="addSp modSp new mod">
        <pc:chgData name="Sravani S" userId="dbd871c1a17d76a4" providerId="LiveId" clId="{50D70EAB-67FF-4245-A1E3-B287EC0C2AF8}" dt="2026-09-01T13:39:10.827" v="832" actId="20577"/>
        <pc:sldMkLst>
          <pc:docMk/>
          <pc:sldMk cId="3047154658" sldId="269"/>
        </pc:sldMkLst>
        <pc:spChg chg="add mod">
          <ac:chgData name="Sravani S" userId="dbd871c1a17d76a4" providerId="LiveId" clId="{50D70EAB-67FF-4245-A1E3-B287EC0C2AF8}" dt="2026-08-31T05:08:47.226" v="467" actId="20577"/>
          <ac:spMkLst>
            <pc:docMk/>
            <pc:sldMk cId="3047154658" sldId="269"/>
            <ac:spMk id="2" creationId="{AD2EC683-32A8-2968-0553-FED7F79E12E9}"/>
          </ac:spMkLst>
        </pc:spChg>
        <pc:spChg chg="add mod">
          <ac:chgData name="Sravani S" userId="dbd871c1a17d76a4" providerId="LiveId" clId="{50D70EAB-67FF-4245-A1E3-B287EC0C2AF8}" dt="2026-09-01T13:39:10.827" v="832" actId="20577"/>
          <ac:spMkLst>
            <pc:docMk/>
            <pc:sldMk cId="3047154658" sldId="269"/>
            <ac:spMk id="4" creationId="{8E50CFC2-53C6-226C-2CA4-FAAECF0C4556}"/>
          </ac:spMkLst>
        </pc:spChg>
        <pc:graphicFrameChg chg="add mod">
          <ac:chgData name="Sravani S" userId="dbd871c1a17d76a4" providerId="LiveId" clId="{50D70EAB-67FF-4245-A1E3-B287EC0C2AF8}" dt="2026-08-31T05:05:04.263" v="460" actId="14100"/>
          <ac:graphicFrameMkLst>
            <pc:docMk/>
            <pc:sldMk cId="3047154658" sldId="269"/>
            <ac:graphicFrameMk id="3" creationId="{A72178C3-EAC8-4D53-B6F8-20DA7A4064A7}"/>
          </ac:graphicFrameMkLst>
        </pc:graphicFrameChg>
      </pc:sldChg>
      <pc:sldChg chg="addSp modSp new mod">
        <pc:chgData name="Sravani S" userId="dbd871c1a17d76a4" providerId="LiveId" clId="{50D70EAB-67FF-4245-A1E3-B287EC0C2AF8}" dt="2026-09-01T13:22:36.131" v="828" actId="1036"/>
        <pc:sldMkLst>
          <pc:docMk/>
          <pc:sldMk cId="858389960" sldId="270"/>
        </pc:sldMkLst>
        <pc:spChg chg="add mod">
          <ac:chgData name="Sravani S" userId="dbd871c1a17d76a4" providerId="LiveId" clId="{50D70EAB-67FF-4245-A1E3-B287EC0C2AF8}" dt="2026-08-31T05:11:25.217" v="493" actId="1076"/>
          <ac:spMkLst>
            <pc:docMk/>
            <pc:sldMk cId="858389960" sldId="270"/>
            <ac:spMk id="2" creationId="{9276CDB6-FDC2-9A2C-1D5C-72474CE8C1AA}"/>
          </ac:spMkLst>
        </pc:spChg>
        <pc:spChg chg="add mod">
          <ac:chgData name="Sravani S" userId="dbd871c1a17d76a4" providerId="LiveId" clId="{50D70EAB-67FF-4245-A1E3-B287EC0C2AF8}" dt="2026-08-31T05:14:31.988" v="515" actId="1076"/>
          <ac:spMkLst>
            <pc:docMk/>
            <pc:sldMk cId="858389960" sldId="270"/>
            <ac:spMk id="4" creationId="{39D4EBC9-C5D9-6BAC-C65D-6DBBC4812020}"/>
          </ac:spMkLst>
        </pc:spChg>
        <pc:graphicFrameChg chg="add mod">
          <ac:chgData name="Sravani S" userId="dbd871c1a17d76a4" providerId="LiveId" clId="{50D70EAB-67FF-4245-A1E3-B287EC0C2AF8}" dt="2026-09-01T13:22:36.131" v="828" actId="1036"/>
          <ac:graphicFrameMkLst>
            <pc:docMk/>
            <pc:sldMk cId="858389960" sldId="270"/>
            <ac:graphicFrameMk id="3" creationId="{96400148-7024-42CE-A550-7CD4321BE575}"/>
          </ac:graphicFrameMkLst>
        </pc:graphicFrameChg>
      </pc:sldChg>
      <pc:sldChg chg="addSp modSp new mod">
        <pc:chgData name="Sravani S" userId="dbd871c1a17d76a4" providerId="LiveId" clId="{50D70EAB-67FF-4245-A1E3-B287EC0C2AF8}" dt="2026-08-31T05:18:49.548" v="553" actId="1076"/>
        <pc:sldMkLst>
          <pc:docMk/>
          <pc:sldMk cId="2431830413" sldId="271"/>
        </pc:sldMkLst>
        <pc:spChg chg="add mod">
          <ac:chgData name="Sravani S" userId="dbd871c1a17d76a4" providerId="LiveId" clId="{50D70EAB-67FF-4245-A1E3-B287EC0C2AF8}" dt="2026-08-31T05:16:54.349" v="537" actId="1076"/>
          <ac:spMkLst>
            <pc:docMk/>
            <pc:sldMk cId="2431830413" sldId="271"/>
            <ac:spMk id="2" creationId="{EEDB88C1-F923-0E5A-3A66-72E660801A05}"/>
          </ac:spMkLst>
        </pc:spChg>
        <pc:spChg chg="add mod">
          <ac:chgData name="Sravani S" userId="dbd871c1a17d76a4" providerId="LiveId" clId="{50D70EAB-67FF-4245-A1E3-B287EC0C2AF8}" dt="2026-08-31T05:18:49.548" v="553" actId="1076"/>
          <ac:spMkLst>
            <pc:docMk/>
            <pc:sldMk cId="2431830413" sldId="271"/>
            <ac:spMk id="4" creationId="{A62E8FEC-5899-E796-2236-5D23893D0AEA}"/>
          </ac:spMkLst>
        </pc:spChg>
        <pc:graphicFrameChg chg="add mod">
          <ac:chgData name="Sravani S" userId="dbd871c1a17d76a4" providerId="LiveId" clId="{50D70EAB-67FF-4245-A1E3-B287EC0C2AF8}" dt="2026-08-31T05:17:25.626" v="544" actId="14100"/>
          <ac:graphicFrameMkLst>
            <pc:docMk/>
            <pc:sldMk cId="2431830413" sldId="271"/>
            <ac:graphicFrameMk id="3" creationId="{ADA2A46A-D487-43F9-BB6B-4621B5DF9E82}"/>
          </ac:graphicFrameMkLst>
        </pc:graphicFrameChg>
      </pc:sldChg>
      <pc:sldChg chg="addSp modSp new mod">
        <pc:chgData name="Sravani S" userId="dbd871c1a17d76a4" providerId="LiveId" clId="{50D70EAB-67FF-4245-A1E3-B287EC0C2AF8}" dt="2026-08-31T05:21:37.751" v="581" actId="14100"/>
        <pc:sldMkLst>
          <pc:docMk/>
          <pc:sldMk cId="3145180678" sldId="272"/>
        </pc:sldMkLst>
        <pc:spChg chg="add mod">
          <ac:chgData name="Sravani S" userId="dbd871c1a17d76a4" providerId="LiveId" clId="{50D70EAB-67FF-4245-A1E3-B287EC0C2AF8}" dt="2026-08-31T05:21:27.322" v="578" actId="1076"/>
          <ac:spMkLst>
            <pc:docMk/>
            <pc:sldMk cId="3145180678" sldId="272"/>
            <ac:spMk id="2" creationId="{EA6C6CC0-8F48-E250-BF14-F002CB757157}"/>
          </ac:spMkLst>
        </pc:spChg>
        <pc:picChg chg="add mod">
          <ac:chgData name="Sravani S" userId="dbd871c1a17d76a4" providerId="LiveId" clId="{50D70EAB-67FF-4245-A1E3-B287EC0C2AF8}" dt="2026-08-31T05:21:37.751" v="581" actId="14100"/>
          <ac:picMkLst>
            <pc:docMk/>
            <pc:sldMk cId="3145180678" sldId="272"/>
            <ac:picMk id="4" creationId="{44F41489-9193-FD3C-635C-A70D6DA1A83C}"/>
          </ac:picMkLst>
        </pc:picChg>
      </pc:sldChg>
      <pc:sldChg chg="addSp delSp modSp new mod">
        <pc:chgData name="Sravani S" userId="dbd871c1a17d76a4" providerId="LiveId" clId="{50D70EAB-67FF-4245-A1E3-B287EC0C2AF8}" dt="2026-08-31T05:44:33.183" v="719" actId="207"/>
        <pc:sldMkLst>
          <pc:docMk/>
          <pc:sldMk cId="82660375" sldId="273"/>
        </pc:sldMkLst>
        <pc:spChg chg="add mod">
          <ac:chgData name="Sravani S" userId="dbd871c1a17d76a4" providerId="LiveId" clId="{50D70EAB-67FF-4245-A1E3-B287EC0C2AF8}" dt="2026-08-31T05:37:15.095" v="658" actId="1076"/>
          <ac:spMkLst>
            <pc:docMk/>
            <pc:sldMk cId="82660375" sldId="273"/>
            <ac:spMk id="2" creationId="{845F78C7-8F27-D2F9-A09E-25352F21459A}"/>
          </ac:spMkLst>
        </pc:spChg>
        <pc:spChg chg="add mod">
          <ac:chgData name="Sravani S" userId="dbd871c1a17d76a4" providerId="LiveId" clId="{50D70EAB-67FF-4245-A1E3-B287EC0C2AF8}" dt="2026-08-31T05:44:19.270" v="715" actId="207"/>
          <ac:spMkLst>
            <pc:docMk/>
            <pc:sldMk cId="82660375" sldId="273"/>
            <ac:spMk id="5" creationId="{020841CD-E3F9-F1BC-6BD0-5C81304B83F1}"/>
          </ac:spMkLst>
        </pc:spChg>
        <pc:spChg chg="add mod">
          <ac:chgData name="Sravani S" userId="dbd871c1a17d76a4" providerId="LiveId" clId="{50D70EAB-67FF-4245-A1E3-B287EC0C2AF8}" dt="2026-08-31T05:44:23.341" v="716" actId="207"/>
          <ac:spMkLst>
            <pc:docMk/>
            <pc:sldMk cId="82660375" sldId="273"/>
            <ac:spMk id="11" creationId="{B0250EAA-F4AB-DA2C-76CE-19AC68F834AB}"/>
          </ac:spMkLst>
        </pc:spChg>
        <pc:spChg chg="add mod">
          <ac:chgData name="Sravani S" userId="dbd871c1a17d76a4" providerId="LiveId" clId="{50D70EAB-67FF-4245-A1E3-B287EC0C2AF8}" dt="2026-08-31T05:44:26.135" v="717" actId="207"/>
          <ac:spMkLst>
            <pc:docMk/>
            <pc:sldMk cId="82660375" sldId="273"/>
            <ac:spMk id="23" creationId="{F7522219-291E-FF65-A9DE-FF445588484D}"/>
          </ac:spMkLst>
        </pc:spChg>
        <pc:spChg chg="add mod">
          <ac:chgData name="Sravani S" userId="dbd871c1a17d76a4" providerId="LiveId" clId="{50D70EAB-67FF-4245-A1E3-B287EC0C2AF8}" dt="2026-08-31T05:44:29.758" v="718" actId="207"/>
          <ac:spMkLst>
            <pc:docMk/>
            <pc:sldMk cId="82660375" sldId="273"/>
            <ac:spMk id="25" creationId="{9C224474-7412-398F-D345-0D8EAC6A058D}"/>
          </ac:spMkLst>
        </pc:spChg>
        <pc:spChg chg="add mod">
          <ac:chgData name="Sravani S" userId="dbd871c1a17d76a4" providerId="LiveId" clId="{50D70EAB-67FF-4245-A1E3-B287EC0C2AF8}" dt="2026-08-31T05:44:33.183" v="719" actId="207"/>
          <ac:spMkLst>
            <pc:docMk/>
            <pc:sldMk cId="82660375" sldId="273"/>
            <ac:spMk id="27" creationId="{E66D749E-57B2-0744-36E8-B62BA766C65E}"/>
          </ac:spMkLst>
        </pc:spChg>
        <pc:picChg chg="add mod">
          <ac:chgData name="Sravani S" userId="dbd871c1a17d76a4" providerId="LiveId" clId="{50D70EAB-67FF-4245-A1E3-B287EC0C2AF8}" dt="2026-08-31T05:37:24.665" v="659" actId="1076"/>
          <ac:picMkLst>
            <pc:docMk/>
            <pc:sldMk cId="82660375" sldId="273"/>
            <ac:picMk id="4" creationId="{A672EAE3-3E50-41DF-951B-7DD55FE04FAB}"/>
          </ac:picMkLst>
        </pc:picChg>
        <pc:picChg chg="add mod">
          <ac:chgData name="Sravani S" userId="dbd871c1a17d76a4" providerId="LiveId" clId="{50D70EAB-67FF-4245-A1E3-B287EC0C2AF8}" dt="2026-08-31T05:37:29.578" v="660" actId="1076"/>
          <ac:picMkLst>
            <pc:docMk/>
            <pc:sldMk cId="82660375" sldId="273"/>
            <ac:picMk id="7" creationId="{7A1FFF93-43A5-4C26-CE4B-3097763A06D4}"/>
          </ac:picMkLst>
        </pc:picChg>
        <pc:picChg chg="add del">
          <ac:chgData name="Sravani S" userId="dbd871c1a17d76a4" providerId="LiveId" clId="{50D70EAB-67FF-4245-A1E3-B287EC0C2AF8}" dt="2026-08-31T05:32:04.569" v="619" actId="22"/>
          <ac:picMkLst>
            <pc:docMk/>
            <pc:sldMk cId="82660375" sldId="273"/>
            <ac:picMk id="9" creationId="{3CB49F82-7B96-BD02-FF50-EB6CE885B94F}"/>
          </ac:picMkLst>
        </pc:picChg>
        <pc:picChg chg="add mod">
          <ac:chgData name="Sravani S" userId="dbd871c1a17d76a4" providerId="LiveId" clId="{50D70EAB-67FF-4245-A1E3-B287EC0C2AF8}" dt="2026-08-31T05:37:32.294" v="661" actId="1076"/>
          <ac:picMkLst>
            <pc:docMk/>
            <pc:sldMk cId="82660375" sldId="273"/>
            <ac:picMk id="13" creationId="{85C15FC3-6FB4-E234-76D4-1E989C403643}"/>
          </ac:picMkLst>
        </pc:picChg>
        <pc:picChg chg="add mod">
          <ac:chgData name="Sravani S" userId="dbd871c1a17d76a4" providerId="LiveId" clId="{50D70EAB-67FF-4245-A1E3-B287EC0C2AF8}" dt="2026-08-31T05:38:11.213" v="668" actId="14100"/>
          <ac:picMkLst>
            <pc:docMk/>
            <pc:sldMk cId="82660375" sldId="273"/>
            <ac:picMk id="15" creationId="{45F23132-D1C9-0061-810F-EAABFB15527E}"/>
          </ac:picMkLst>
        </pc:picChg>
        <pc:picChg chg="add mod">
          <ac:chgData name="Sravani S" userId="dbd871c1a17d76a4" providerId="LiveId" clId="{50D70EAB-67FF-4245-A1E3-B287EC0C2AF8}" dt="2026-08-31T05:38:29.526" v="669" actId="1076"/>
          <ac:picMkLst>
            <pc:docMk/>
            <pc:sldMk cId="82660375" sldId="273"/>
            <ac:picMk id="17" creationId="{ABC3EEE6-CE5C-BAA4-D10F-AF436BF79DF6}"/>
          </ac:picMkLst>
        </pc:picChg>
        <pc:picChg chg="add del">
          <ac:chgData name="Sravani S" userId="dbd871c1a17d76a4" providerId="LiveId" clId="{50D70EAB-67FF-4245-A1E3-B287EC0C2AF8}" dt="2026-08-31T05:39:40.785" v="677" actId="22"/>
          <ac:picMkLst>
            <pc:docMk/>
            <pc:sldMk cId="82660375" sldId="273"/>
            <ac:picMk id="19" creationId="{B8CEBA74-7482-EEED-D541-88499F5BCE0F}"/>
          </ac:picMkLst>
        </pc:picChg>
        <pc:picChg chg="add del">
          <ac:chgData name="Sravani S" userId="dbd871c1a17d76a4" providerId="LiveId" clId="{50D70EAB-67FF-4245-A1E3-B287EC0C2AF8}" dt="2026-08-31T05:39:49.426" v="679" actId="22"/>
          <ac:picMkLst>
            <pc:docMk/>
            <pc:sldMk cId="82660375" sldId="273"/>
            <ac:picMk id="21" creationId="{889E880C-7878-AA0B-D66F-198378FF8297}"/>
          </ac:picMkLst>
        </pc:picChg>
      </pc:sldChg>
      <pc:sldChg chg="addSp modSp new mod">
        <pc:chgData name="Sravani S" userId="dbd871c1a17d76a4" providerId="LiveId" clId="{50D70EAB-67FF-4245-A1E3-B287EC0C2AF8}" dt="2026-08-31T05:47:52.124" v="749" actId="1076"/>
        <pc:sldMkLst>
          <pc:docMk/>
          <pc:sldMk cId="2145826961" sldId="274"/>
        </pc:sldMkLst>
        <pc:spChg chg="add mod">
          <ac:chgData name="Sravani S" userId="dbd871c1a17d76a4" providerId="LiveId" clId="{50D70EAB-67FF-4245-A1E3-B287EC0C2AF8}" dt="2026-08-31T05:47:21.088" v="747" actId="1076"/>
          <ac:spMkLst>
            <pc:docMk/>
            <pc:sldMk cId="2145826961" sldId="274"/>
            <ac:spMk id="4" creationId="{503BE916-64B8-8EB2-5ED7-AC8D6F8A1A16}"/>
          </ac:spMkLst>
        </pc:spChg>
        <pc:picChg chg="add mod">
          <ac:chgData name="Sravani S" userId="dbd871c1a17d76a4" providerId="LiveId" clId="{50D70EAB-67FF-4245-A1E3-B287EC0C2AF8}" dt="2026-08-31T05:47:52.124" v="749" actId="1076"/>
          <ac:picMkLst>
            <pc:docMk/>
            <pc:sldMk cId="2145826961" sldId="274"/>
            <ac:picMk id="3" creationId="{384971E5-5211-85AD-9A93-BC5CF2216E43}"/>
          </ac:picMkLst>
        </pc:picChg>
      </pc:sldChg>
      <pc:sldChg chg="addSp delSp modSp new mod">
        <pc:chgData name="Sravani S" userId="dbd871c1a17d76a4" providerId="LiveId" clId="{50D70EAB-67FF-4245-A1E3-B287EC0C2AF8}" dt="2026-08-31T05:56:31.248" v="766" actId="14100"/>
        <pc:sldMkLst>
          <pc:docMk/>
          <pc:sldMk cId="2935646824" sldId="275"/>
        </pc:sldMkLst>
        <pc:picChg chg="add del mod">
          <ac:chgData name="Sravani S" userId="dbd871c1a17d76a4" providerId="LiveId" clId="{50D70EAB-67FF-4245-A1E3-B287EC0C2AF8}" dt="2026-08-31T05:56:20.511" v="762" actId="478"/>
          <ac:picMkLst>
            <pc:docMk/>
            <pc:sldMk cId="2935646824" sldId="275"/>
            <ac:picMk id="3" creationId="{48AEF800-53FA-1D9A-1779-B44DF59DFC29}"/>
          </ac:picMkLst>
        </pc:picChg>
        <pc:picChg chg="add mod">
          <ac:chgData name="Sravani S" userId="dbd871c1a17d76a4" providerId="LiveId" clId="{50D70EAB-67FF-4245-A1E3-B287EC0C2AF8}" dt="2026-08-31T05:56:31.248" v="766" actId="14100"/>
          <ac:picMkLst>
            <pc:docMk/>
            <pc:sldMk cId="2935646824" sldId="275"/>
            <ac:picMk id="5" creationId="{23512B99-929D-AF8D-0183-76DF4BB8034F}"/>
          </ac:picMkLst>
        </pc:picChg>
      </pc:sldChg>
      <pc:sldChg chg="addSp modSp new mod ord">
        <pc:chgData name="Sravani S" userId="dbd871c1a17d76a4" providerId="LiveId" clId="{50D70EAB-67FF-4245-A1E3-B287EC0C2AF8}" dt="2026-08-31T06:01:13.620" v="800" actId="14100"/>
        <pc:sldMkLst>
          <pc:docMk/>
          <pc:sldMk cId="2797312004" sldId="276"/>
        </pc:sldMkLst>
        <pc:spChg chg="add mod">
          <ac:chgData name="Sravani S" userId="dbd871c1a17d76a4" providerId="LiveId" clId="{50D70EAB-67FF-4245-A1E3-B287EC0C2AF8}" dt="2026-08-31T06:01:04.208" v="797" actId="1076"/>
          <ac:spMkLst>
            <pc:docMk/>
            <pc:sldMk cId="2797312004" sldId="276"/>
            <ac:spMk id="4" creationId="{AC4A3899-A760-2873-E29D-51E5E2C07995}"/>
          </ac:spMkLst>
        </pc:spChg>
        <pc:picChg chg="add mod">
          <ac:chgData name="Sravani S" userId="dbd871c1a17d76a4" providerId="LiveId" clId="{50D70EAB-67FF-4245-A1E3-B287EC0C2AF8}" dt="2026-08-31T06:01:13.620" v="800" actId="14100"/>
          <ac:picMkLst>
            <pc:docMk/>
            <pc:sldMk cId="2797312004" sldId="276"/>
            <ac:picMk id="3" creationId="{42F41B80-26CA-D69E-55F8-944888979CB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bd871c1a17d76a4/Desktop/Project/Bank%20Loan%20of%20custome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bd871c1a17d76a4/Desktop/Project/Bank%20Loan%20of%20customer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bd871c1a17d76a4/Desktop/Project/Bank%20Loan%20of%20customer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bd871c1a17d76a4/Desktop/Project/Bank%20Loan%20of%20customer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bd871c1a17d76a4/Desktop/Project/Bank%20Loan%20of%20customer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Loan of customers.xlsx]Preview!PivotTable6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cap="all" spc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Year Wise Loan Amount Stats</a:t>
            </a:r>
          </a:p>
        </c:rich>
      </c:tx>
      <c:layout>
        <c:manualLayout>
          <c:xMode val="edge"/>
          <c:yMode val="edge"/>
          <c:x val="0.18795122484689414"/>
          <c:y val="4.12249705535924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cap="all" spc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 cap="rnd" cmpd="sng" algn="ctr">
            <a:solidFill>
              <a:schemeClr val="accent1">
                <a:shade val="95000"/>
                <a:satMod val="105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lt1"/>
            </a:solidFill>
            <a:ln>
              <a:noFill/>
            </a:ln>
            <a:effectLst/>
          </c:spPr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 cap="rnd" cmpd="sng" algn="ctr">
            <a:solidFill>
              <a:schemeClr val="accent1">
                <a:shade val="95000"/>
                <a:satMod val="105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lt1"/>
            </a:solidFill>
            <a:ln>
              <a:noFill/>
            </a:ln>
            <a:effectLst/>
          </c:spPr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 cap="rnd" cmpd="sng" algn="ctr">
            <a:solidFill>
              <a:schemeClr val="accent1">
                <a:shade val="95000"/>
                <a:satMod val="105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lt1"/>
            </a:solidFill>
            <a:ln>
              <a:noFill/>
            </a:ln>
            <a:effectLst/>
          </c:spPr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Preview!$AE$2</c:f>
              <c:strCache>
                <c:ptCount val="1"/>
                <c:pt idx="0">
                  <c:v>Total</c:v>
                </c:pt>
              </c:strCache>
            </c:strRef>
          </c:tx>
          <c:spPr>
            <a:ln w="19050" cap="rnd" cmpd="sng" algn="ctr">
              <a:solidFill>
                <a:schemeClr val="accent1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Preview!$AD$3:$AD$8</c:f>
              <c:strCache>
                <c:ptCount val="5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</c:strCache>
            </c:strRef>
          </c:cat>
          <c:val>
            <c:numRef>
              <c:f>Preview!$AE$3:$AE$8</c:f>
              <c:numCache>
                <c:formatCode>"$"000\K</c:formatCode>
                <c:ptCount val="5"/>
                <c:pt idx="0">
                  <c:v>2219275</c:v>
                </c:pt>
                <c:pt idx="1">
                  <c:v>14390275</c:v>
                </c:pt>
                <c:pt idx="2">
                  <c:v>46436325</c:v>
                </c:pt>
                <c:pt idx="3">
                  <c:v>122050200</c:v>
                </c:pt>
                <c:pt idx="4">
                  <c:v>260506575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8C-410E-939A-D9D92A5E759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85740367"/>
        <c:axId val="724424847"/>
      </c:lineChart>
      <c:catAx>
        <c:axId val="12857403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424847"/>
        <c:crosses val="autoZero"/>
        <c:auto val="1"/>
        <c:lblAlgn val="ctr"/>
        <c:lblOffset val="100"/>
        <c:noMultiLvlLbl val="0"/>
      </c:catAx>
      <c:valAx>
        <c:axId val="72442484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Loan Amount</a:t>
                </a:r>
              </a:p>
            </c:rich>
          </c:tx>
          <c:layout>
            <c:manualLayout>
              <c:xMode val="edge"/>
              <c:yMode val="edge"/>
              <c:x val="3.0555555555555555E-2"/>
              <c:y val="0.294841790609507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740367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rotWithShape="1">
      <a:gsLst>
        <a:gs pos="0">
          <a:schemeClr val="dk1">
            <a:satMod val="103000"/>
            <a:lumMod val="102000"/>
            <a:tint val="94000"/>
          </a:schemeClr>
        </a:gs>
        <a:gs pos="50000">
          <a:schemeClr val="dk1">
            <a:satMod val="110000"/>
            <a:lumMod val="100000"/>
            <a:shade val="100000"/>
          </a:schemeClr>
        </a:gs>
        <a:gs pos="100000">
          <a:schemeClr val="dk1">
            <a:lumMod val="99000"/>
            <a:satMod val="120000"/>
            <a:shade val="78000"/>
          </a:schemeClr>
        </a:gs>
      </a:gsLst>
      <a:lin ang="5400000" scaled="0"/>
    </a:gradFill>
    <a:ln w="635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lt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Loan of customers.xlsx]Preview!PivotTable9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Grade wise Sub Grade Wise Revol_bal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3577168227662384E-2"/>
          <c:y val="0.17130347493401199"/>
          <c:w val="0.96266278737392841"/>
          <c:h val="0.700543808274127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Preview!$AE$13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Preview!$AD$14:$AD$56</c:f>
              <c:multiLvlStrCache>
                <c:ptCount val="35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A5</c:v>
                  </c:pt>
                  <c:pt idx="5">
                    <c:v>B1</c:v>
                  </c:pt>
                  <c:pt idx="6">
                    <c:v>B2</c:v>
                  </c:pt>
                  <c:pt idx="7">
                    <c:v>B3</c:v>
                  </c:pt>
                  <c:pt idx="8">
                    <c:v>B4</c:v>
                  </c:pt>
                  <c:pt idx="9">
                    <c:v>B5</c:v>
                  </c:pt>
                  <c:pt idx="10">
                    <c:v>C1</c:v>
                  </c:pt>
                  <c:pt idx="11">
                    <c:v>C2</c:v>
                  </c:pt>
                  <c:pt idx="12">
                    <c:v>C3</c:v>
                  </c:pt>
                  <c:pt idx="13">
                    <c:v>C4</c:v>
                  </c:pt>
                  <c:pt idx="14">
                    <c:v>C5</c:v>
                  </c:pt>
                  <c:pt idx="15">
                    <c:v>D1</c:v>
                  </c:pt>
                  <c:pt idx="16">
                    <c:v>D2</c:v>
                  </c:pt>
                  <c:pt idx="17">
                    <c:v>D3</c:v>
                  </c:pt>
                  <c:pt idx="18">
                    <c:v>D4</c:v>
                  </c:pt>
                  <c:pt idx="19">
                    <c:v>D5</c:v>
                  </c:pt>
                  <c:pt idx="20">
                    <c:v>E1</c:v>
                  </c:pt>
                  <c:pt idx="21">
                    <c:v>E2</c:v>
                  </c:pt>
                  <c:pt idx="22">
                    <c:v>E3</c:v>
                  </c:pt>
                  <c:pt idx="23">
                    <c:v>E4</c:v>
                  </c:pt>
                  <c:pt idx="24">
                    <c:v>E5</c:v>
                  </c:pt>
                  <c:pt idx="25">
                    <c:v>F1</c:v>
                  </c:pt>
                  <c:pt idx="26">
                    <c:v>F2</c:v>
                  </c:pt>
                  <c:pt idx="27">
                    <c:v>F3</c:v>
                  </c:pt>
                  <c:pt idx="28">
                    <c:v>F4</c:v>
                  </c:pt>
                  <c:pt idx="29">
                    <c:v>F5</c:v>
                  </c:pt>
                  <c:pt idx="30">
                    <c:v>G1</c:v>
                  </c:pt>
                  <c:pt idx="31">
                    <c:v>G2</c:v>
                  </c:pt>
                  <c:pt idx="32">
                    <c:v>G3</c:v>
                  </c:pt>
                  <c:pt idx="33">
                    <c:v>G4</c:v>
                  </c:pt>
                  <c:pt idx="34">
                    <c:v>G5</c:v>
                  </c:pt>
                </c:lvl>
                <c:lvl>
                  <c:pt idx="0">
                    <c:v>A</c:v>
                  </c:pt>
                  <c:pt idx="5">
                    <c:v>B</c:v>
                  </c:pt>
                  <c:pt idx="10">
                    <c:v>C</c:v>
                  </c:pt>
                  <c:pt idx="15">
                    <c:v>D</c:v>
                  </c:pt>
                  <c:pt idx="20">
                    <c:v>E</c:v>
                  </c:pt>
                  <c:pt idx="25">
                    <c:v>F</c:v>
                  </c:pt>
                  <c:pt idx="30">
                    <c:v>G</c:v>
                  </c:pt>
                </c:lvl>
              </c:multiLvlStrCache>
            </c:multiLvlStrRef>
          </c:cat>
          <c:val>
            <c:numRef>
              <c:f>Preview!$AE$14:$AE$56</c:f>
              <c:numCache>
                <c:formatCode>"$"#\K</c:formatCode>
                <c:ptCount val="35"/>
                <c:pt idx="0">
                  <c:v>11365196</c:v>
                </c:pt>
                <c:pt idx="1">
                  <c:v>14004780</c:v>
                </c:pt>
                <c:pt idx="2">
                  <c:v>19543922</c:v>
                </c:pt>
                <c:pt idx="3">
                  <c:v>34557156</c:v>
                </c:pt>
                <c:pt idx="4">
                  <c:v>35303045</c:v>
                </c:pt>
                <c:pt idx="5">
                  <c:v>21842079</c:v>
                </c:pt>
                <c:pt idx="6">
                  <c:v>26478439</c:v>
                </c:pt>
                <c:pt idx="7">
                  <c:v>39723554</c:v>
                </c:pt>
                <c:pt idx="8">
                  <c:v>35405811</c:v>
                </c:pt>
                <c:pt idx="9">
                  <c:v>37858666</c:v>
                </c:pt>
                <c:pt idx="10">
                  <c:v>29384926</c:v>
                </c:pt>
                <c:pt idx="11">
                  <c:v>27321114</c:v>
                </c:pt>
                <c:pt idx="12">
                  <c:v>20531370</c:v>
                </c:pt>
                <c:pt idx="13">
                  <c:v>16867691</c:v>
                </c:pt>
                <c:pt idx="14">
                  <c:v>16015609</c:v>
                </c:pt>
                <c:pt idx="15">
                  <c:v>12130255</c:v>
                </c:pt>
                <c:pt idx="16">
                  <c:v>18570972</c:v>
                </c:pt>
                <c:pt idx="17">
                  <c:v>16793781</c:v>
                </c:pt>
                <c:pt idx="18">
                  <c:v>13742947</c:v>
                </c:pt>
                <c:pt idx="19">
                  <c:v>13252474</c:v>
                </c:pt>
                <c:pt idx="20">
                  <c:v>11132588</c:v>
                </c:pt>
                <c:pt idx="21">
                  <c:v>10242033</c:v>
                </c:pt>
                <c:pt idx="22">
                  <c:v>9039059</c:v>
                </c:pt>
                <c:pt idx="23">
                  <c:v>7990991</c:v>
                </c:pt>
                <c:pt idx="24">
                  <c:v>7669868</c:v>
                </c:pt>
                <c:pt idx="25">
                  <c:v>5840746</c:v>
                </c:pt>
                <c:pt idx="26">
                  <c:v>4528248</c:v>
                </c:pt>
                <c:pt idx="27">
                  <c:v>3175435</c:v>
                </c:pt>
                <c:pt idx="28">
                  <c:v>2551064</c:v>
                </c:pt>
                <c:pt idx="29">
                  <c:v>2187323</c:v>
                </c:pt>
                <c:pt idx="30">
                  <c:v>1808763</c:v>
                </c:pt>
                <c:pt idx="31">
                  <c:v>1729627</c:v>
                </c:pt>
                <c:pt idx="32">
                  <c:v>832193</c:v>
                </c:pt>
                <c:pt idx="33">
                  <c:v>1390628</c:v>
                </c:pt>
                <c:pt idx="34">
                  <c:v>701515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DA-45B0-9461-82F90CDB5CB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150872303"/>
        <c:axId val="1189261135"/>
      </c:barChart>
      <c:catAx>
        <c:axId val="1150872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9261135"/>
        <c:crosses val="autoZero"/>
        <c:auto val="1"/>
        <c:lblAlgn val="ctr"/>
        <c:lblOffset val="100"/>
        <c:noMultiLvlLbl val="0"/>
      </c:catAx>
      <c:valAx>
        <c:axId val="1189261135"/>
        <c:scaling>
          <c:orientation val="minMax"/>
        </c:scaling>
        <c:delete val="1"/>
        <c:axPos val="l"/>
        <c:numFmt formatCode="&quot;$&quot;#\K" sourceLinked="1"/>
        <c:majorTickMark val="none"/>
        <c:minorTickMark val="none"/>
        <c:tickLblPos val="nextTo"/>
        <c:crossAx val="1150872303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satMod val="103000"/>
            <a:lumMod val="102000"/>
            <a:tint val="94000"/>
          </a:schemeClr>
        </a:gs>
        <a:gs pos="50000">
          <a:schemeClr val="dk1">
            <a:satMod val="110000"/>
            <a:lumMod val="100000"/>
            <a:shade val="100000"/>
          </a:schemeClr>
        </a:gs>
        <a:gs pos="100000">
          <a:schemeClr val="dk1">
            <a:lumMod val="99000"/>
            <a:satMod val="120000"/>
            <a:shade val="78000"/>
          </a:schemeClr>
        </a:gs>
      </a:gsLst>
      <a:lin ang="5400000" scaled="0"/>
      <a:tileRect/>
    </a:gradFill>
    <a:ln w="635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lt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Loan of customers.xlsx]Preview!PivotTable7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Payment Vs Verified and Non-Verified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E1E524D9-AD70-477B-8876-6C08C31626E7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DA422BBC-21CF-4D66-9643-DC0663C8F7B9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E1E524D9-AD70-477B-8876-6C08C31626E7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DA422BBC-21CF-4D66-9643-DC0663C8F7B9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E1E524D9-AD70-477B-8876-6C08C31626E7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DA422BBC-21CF-4D66-9643-DC0663C8F7B9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E1E524D9-AD70-477B-8876-6C08C31626E7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DA422BBC-21CF-4D66-9643-DC0663C8F7B9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E1E524D9-AD70-477B-8876-6C08C31626E7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DA422BBC-21CF-4D66-9643-DC0663C8F7B9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Preview!$AH$2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545-4E6E-8623-C91657795A0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545-4E6E-8623-C91657795A0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1E524D9-AD70-477B-8876-6C08C31626E7}" type="PERCENTAGE">
                      <a:rPr lang="en-US"/>
                      <a:pPr/>
                      <a:t>[PERCENTAGE]</a:t>
                    </a:fld>
                    <a:endParaRPr lang="en-IN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545-4E6E-8623-C91657795A0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A422BBC-21CF-4D66-9643-DC0663C8F7B9}" type="PERCENTAGE">
                      <a:rPr lang="en-US"/>
                      <a:pPr/>
                      <a:t>[PERCENTAGE]</a:t>
                    </a:fld>
                    <a:endParaRPr lang="en-IN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545-4E6E-8623-C91657795A09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Preview!$AG$3:$AG$5</c:f>
              <c:strCache>
                <c:ptCount val="2"/>
                <c:pt idx="0">
                  <c:v>Not Verified</c:v>
                </c:pt>
                <c:pt idx="1">
                  <c:v>Verified</c:v>
                </c:pt>
              </c:strCache>
            </c:strRef>
          </c:cat>
          <c:val>
            <c:numRef>
              <c:f>Preview!$AH$3:$AH$5</c:f>
              <c:numCache>
                <c:formatCode>General</c:formatCode>
                <c:ptCount val="2"/>
                <c:pt idx="0">
                  <c:v>153541418.21059802</c:v>
                </c:pt>
                <c:pt idx="1">
                  <c:v>219892307.5108375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45-4E6E-8623-C91657795A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satMod val="103000"/>
            <a:lumMod val="102000"/>
            <a:tint val="94000"/>
          </a:schemeClr>
        </a:gs>
        <a:gs pos="50000">
          <a:schemeClr val="dk1">
            <a:satMod val="110000"/>
            <a:lumMod val="100000"/>
            <a:shade val="100000"/>
          </a:schemeClr>
        </a:gs>
        <a:gs pos="100000">
          <a:schemeClr val="dk1">
            <a:lumMod val="99000"/>
            <a:satMod val="120000"/>
            <a:shade val="78000"/>
          </a:schemeClr>
        </a:gs>
      </a:gsLst>
      <a:lin ang="5400000" scaled="0"/>
      <a:tileRect/>
    </a:gradFill>
    <a:ln w="635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lt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Loan of customers.xlsx]Preview!PivotTable10</c:name>
    <c:fmtId val="5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State wise and last_credit_pull_d wise loan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>
                <a:alpha val="8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60566292849757E-2"/>
          <c:y val="0.11260096286306753"/>
          <c:w val="0.67509544261512766"/>
          <c:h val="0.76799816345270888"/>
        </c:manualLayout>
      </c:layout>
      <c:lineChart>
        <c:grouping val="standard"/>
        <c:varyColors val="0"/>
        <c:ser>
          <c:idx val="0"/>
          <c:order val="0"/>
          <c:tx>
            <c:strRef>
              <c:f>Preview!$AH$13:$AH$14</c:f>
              <c:strCache>
                <c:ptCount val="1"/>
                <c:pt idx="0">
                  <c:v>Charged Off</c:v>
                </c:pt>
              </c:strCache>
            </c:strRef>
          </c:tx>
          <c:spPr>
            <a:ln w="31750" cap="rnd">
              <a:solidFill>
                <a:schemeClr val="accent1">
                  <a:alpha val="8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Preview!$AG$15:$AG$65</c:f>
              <c:strCache>
                <c:ptCount val="50"/>
                <c:pt idx="0">
                  <c:v>AK</c:v>
                </c:pt>
                <c:pt idx="1">
                  <c:v>AL</c:v>
                </c:pt>
                <c:pt idx="2">
                  <c:v>AR</c:v>
                </c:pt>
                <c:pt idx="3">
                  <c:v>AZ</c:v>
                </c:pt>
                <c:pt idx="4">
                  <c:v>CA</c:v>
                </c:pt>
                <c:pt idx="5">
                  <c:v>CO</c:v>
                </c:pt>
                <c:pt idx="6">
                  <c:v>CT</c:v>
                </c:pt>
                <c:pt idx="7">
                  <c:v>DC</c:v>
                </c:pt>
                <c:pt idx="8">
                  <c:v>DE</c:v>
                </c:pt>
                <c:pt idx="9">
                  <c:v>FL</c:v>
                </c:pt>
                <c:pt idx="10">
                  <c:v>GA</c:v>
                </c:pt>
                <c:pt idx="11">
                  <c:v>HI</c:v>
                </c:pt>
                <c:pt idx="12">
                  <c:v>IA</c:v>
                </c:pt>
                <c:pt idx="13">
                  <c:v>ID</c:v>
                </c:pt>
                <c:pt idx="14">
                  <c:v>IL</c:v>
                </c:pt>
                <c:pt idx="15">
                  <c:v>IN</c:v>
                </c:pt>
                <c:pt idx="16">
                  <c:v>KS</c:v>
                </c:pt>
                <c:pt idx="17">
                  <c:v>KY</c:v>
                </c:pt>
                <c:pt idx="18">
                  <c:v>LA</c:v>
                </c:pt>
                <c:pt idx="19">
                  <c:v>MA</c:v>
                </c:pt>
                <c:pt idx="20">
                  <c:v>MD</c:v>
                </c:pt>
                <c:pt idx="21">
                  <c:v>ME</c:v>
                </c:pt>
                <c:pt idx="22">
                  <c:v>MI</c:v>
                </c:pt>
                <c:pt idx="23">
                  <c:v>MN</c:v>
                </c:pt>
                <c:pt idx="24">
                  <c:v>MO</c:v>
                </c:pt>
                <c:pt idx="25">
                  <c:v>MS</c:v>
                </c:pt>
                <c:pt idx="26">
                  <c:v>MT</c:v>
                </c:pt>
                <c:pt idx="27">
                  <c:v>NC</c:v>
                </c:pt>
                <c:pt idx="28">
                  <c:v>NE</c:v>
                </c:pt>
                <c:pt idx="29">
                  <c:v>NH</c:v>
                </c:pt>
                <c:pt idx="30">
                  <c:v>NJ</c:v>
                </c:pt>
                <c:pt idx="31">
                  <c:v>NM</c:v>
                </c:pt>
                <c:pt idx="32">
                  <c:v>NV</c:v>
                </c:pt>
                <c:pt idx="33">
                  <c:v>NY</c:v>
                </c:pt>
                <c:pt idx="34">
                  <c:v>OH</c:v>
                </c:pt>
                <c:pt idx="35">
                  <c:v>OK</c:v>
                </c:pt>
                <c:pt idx="36">
                  <c:v>OR</c:v>
                </c:pt>
                <c:pt idx="37">
                  <c:v>PA</c:v>
                </c:pt>
                <c:pt idx="38">
                  <c:v>RI</c:v>
                </c:pt>
                <c:pt idx="39">
                  <c:v>SC</c:v>
                </c:pt>
                <c:pt idx="40">
                  <c:v>SD</c:v>
                </c:pt>
                <c:pt idx="41">
                  <c:v>TN</c:v>
                </c:pt>
                <c:pt idx="42">
                  <c:v>TX</c:v>
                </c:pt>
                <c:pt idx="43">
                  <c:v>UT</c:v>
                </c:pt>
                <c:pt idx="44">
                  <c:v>VA</c:v>
                </c:pt>
                <c:pt idx="45">
                  <c:v>VT</c:v>
                </c:pt>
                <c:pt idx="46">
                  <c:v>WA</c:v>
                </c:pt>
                <c:pt idx="47">
                  <c:v>WI</c:v>
                </c:pt>
                <c:pt idx="48">
                  <c:v>WV</c:v>
                </c:pt>
                <c:pt idx="49">
                  <c:v>WY</c:v>
                </c:pt>
              </c:strCache>
            </c:strRef>
          </c:cat>
          <c:val>
            <c:numRef>
              <c:f>Preview!$AH$15:$AH$65</c:f>
              <c:numCache>
                <c:formatCode>General</c:formatCode>
                <c:ptCount val="50"/>
                <c:pt idx="0">
                  <c:v>15</c:v>
                </c:pt>
                <c:pt idx="1">
                  <c:v>54</c:v>
                </c:pt>
                <c:pt idx="2">
                  <c:v>27</c:v>
                </c:pt>
                <c:pt idx="3">
                  <c:v>123</c:v>
                </c:pt>
                <c:pt idx="4">
                  <c:v>1124</c:v>
                </c:pt>
                <c:pt idx="5">
                  <c:v>98</c:v>
                </c:pt>
                <c:pt idx="6">
                  <c:v>94</c:v>
                </c:pt>
                <c:pt idx="7">
                  <c:v>15</c:v>
                </c:pt>
                <c:pt idx="8">
                  <c:v>12</c:v>
                </c:pt>
                <c:pt idx="9">
                  <c:v>504</c:v>
                </c:pt>
                <c:pt idx="10">
                  <c:v>215</c:v>
                </c:pt>
                <c:pt idx="11">
                  <c:v>28</c:v>
                </c:pt>
                <c:pt idx="13">
                  <c:v>1</c:v>
                </c:pt>
                <c:pt idx="14">
                  <c:v>197</c:v>
                </c:pt>
                <c:pt idx="16">
                  <c:v>31</c:v>
                </c:pt>
                <c:pt idx="17">
                  <c:v>45</c:v>
                </c:pt>
                <c:pt idx="18">
                  <c:v>53</c:v>
                </c:pt>
                <c:pt idx="19">
                  <c:v>159</c:v>
                </c:pt>
                <c:pt idx="20">
                  <c:v>162</c:v>
                </c:pt>
                <c:pt idx="22">
                  <c:v>103</c:v>
                </c:pt>
                <c:pt idx="23">
                  <c:v>81</c:v>
                </c:pt>
                <c:pt idx="24">
                  <c:v>114</c:v>
                </c:pt>
                <c:pt idx="25">
                  <c:v>2</c:v>
                </c:pt>
                <c:pt idx="26">
                  <c:v>11</c:v>
                </c:pt>
                <c:pt idx="27">
                  <c:v>114</c:v>
                </c:pt>
                <c:pt idx="28">
                  <c:v>3</c:v>
                </c:pt>
                <c:pt idx="29">
                  <c:v>25</c:v>
                </c:pt>
                <c:pt idx="30">
                  <c:v>278</c:v>
                </c:pt>
                <c:pt idx="31">
                  <c:v>30</c:v>
                </c:pt>
                <c:pt idx="32">
                  <c:v>108</c:v>
                </c:pt>
                <c:pt idx="33">
                  <c:v>495</c:v>
                </c:pt>
                <c:pt idx="34">
                  <c:v>155</c:v>
                </c:pt>
                <c:pt idx="35">
                  <c:v>40</c:v>
                </c:pt>
                <c:pt idx="36">
                  <c:v>71</c:v>
                </c:pt>
                <c:pt idx="37">
                  <c:v>180</c:v>
                </c:pt>
                <c:pt idx="38">
                  <c:v>25</c:v>
                </c:pt>
                <c:pt idx="39">
                  <c:v>66</c:v>
                </c:pt>
                <c:pt idx="40">
                  <c:v>12</c:v>
                </c:pt>
                <c:pt idx="41">
                  <c:v>2</c:v>
                </c:pt>
                <c:pt idx="42">
                  <c:v>316</c:v>
                </c:pt>
                <c:pt idx="43">
                  <c:v>40</c:v>
                </c:pt>
                <c:pt idx="44">
                  <c:v>177</c:v>
                </c:pt>
                <c:pt idx="45">
                  <c:v>6</c:v>
                </c:pt>
                <c:pt idx="46">
                  <c:v>127</c:v>
                </c:pt>
                <c:pt idx="47">
                  <c:v>63</c:v>
                </c:pt>
                <c:pt idx="48">
                  <c:v>21</c:v>
                </c:pt>
                <c:pt idx="49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F3-4257-8CB4-96973F6A0B6D}"/>
            </c:ext>
          </c:extLst>
        </c:ser>
        <c:ser>
          <c:idx val="1"/>
          <c:order val="1"/>
          <c:tx>
            <c:strRef>
              <c:f>Preview!$AI$13:$AI$14</c:f>
              <c:strCache>
                <c:ptCount val="1"/>
                <c:pt idx="0">
                  <c:v>Current</c:v>
                </c:pt>
              </c:strCache>
            </c:strRef>
          </c:tx>
          <c:spPr>
            <a:ln w="31750" cap="rnd">
              <a:solidFill>
                <a:schemeClr val="accent2">
                  <a:alpha val="8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Preview!$AG$15:$AG$65</c:f>
              <c:strCache>
                <c:ptCount val="50"/>
                <c:pt idx="0">
                  <c:v>AK</c:v>
                </c:pt>
                <c:pt idx="1">
                  <c:v>AL</c:v>
                </c:pt>
                <c:pt idx="2">
                  <c:v>AR</c:v>
                </c:pt>
                <c:pt idx="3">
                  <c:v>AZ</c:v>
                </c:pt>
                <c:pt idx="4">
                  <c:v>CA</c:v>
                </c:pt>
                <c:pt idx="5">
                  <c:v>CO</c:v>
                </c:pt>
                <c:pt idx="6">
                  <c:v>CT</c:v>
                </c:pt>
                <c:pt idx="7">
                  <c:v>DC</c:v>
                </c:pt>
                <c:pt idx="8">
                  <c:v>DE</c:v>
                </c:pt>
                <c:pt idx="9">
                  <c:v>FL</c:v>
                </c:pt>
                <c:pt idx="10">
                  <c:v>GA</c:v>
                </c:pt>
                <c:pt idx="11">
                  <c:v>HI</c:v>
                </c:pt>
                <c:pt idx="12">
                  <c:v>IA</c:v>
                </c:pt>
                <c:pt idx="13">
                  <c:v>ID</c:v>
                </c:pt>
                <c:pt idx="14">
                  <c:v>IL</c:v>
                </c:pt>
                <c:pt idx="15">
                  <c:v>IN</c:v>
                </c:pt>
                <c:pt idx="16">
                  <c:v>KS</c:v>
                </c:pt>
                <c:pt idx="17">
                  <c:v>KY</c:v>
                </c:pt>
                <c:pt idx="18">
                  <c:v>LA</c:v>
                </c:pt>
                <c:pt idx="19">
                  <c:v>MA</c:v>
                </c:pt>
                <c:pt idx="20">
                  <c:v>MD</c:v>
                </c:pt>
                <c:pt idx="21">
                  <c:v>ME</c:v>
                </c:pt>
                <c:pt idx="22">
                  <c:v>MI</c:v>
                </c:pt>
                <c:pt idx="23">
                  <c:v>MN</c:v>
                </c:pt>
                <c:pt idx="24">
                  <c:v>MO</c:v>
                </c:pt>
                <c:pt idx="25">
                  <c:v>MS</c:v>
                </c:pt>
                <c:pt idx="26">
                  <c:v>MT</c:v>
                </c:pt>
                <c:pt idx="27">
                  <c:v>NC</c:v>
                </c:pt>
                <c:pt idx="28">
                  <c:v>NE</c:v>
                </c:pt>
                <c:pt idx="29">
                  <c:v>NH</c:v>
                </c:pt>
                <c:pt idx="30">
                  <c:v>NJ</c:v>
                </c:pt>
                <c:pt idx="31">
                  <c:v>NM</c:v>
                </c:pt>
                <c:pt idx="32">
                  <c:v>NV</c:v>
                </c:pt>
                <c:pt idx="33">
                  <c:v>NY</c:v>
                </c:pt>
                <c:pt idx="34">
                  <c:v>OH</c:v>
                </c:pt>
                <c:pt idx="35">
                  <c:v>OK</c:v>
                </c:pt>
                <c:pt idx="36">
                  <c:v>OR</c:v>
                </c:pt>
                <c:pt idx="37">
                  <c:v>PA</c:v>
                </c:pt>
                <c:pt idx="38">
                  <c:v>RI</c:v>
                </c:pt>
                <c:pt idx="39">
                  <c:v>SC</c:v>
                </c:pt>
                <c:pt idx="40">
                  <c:v>SD</c:v>
                </c:pt>
                <c:pt idx="41">
                  <c:v>TN</c:v>
                </c:pt>
                <c:pt idx="42">
                  <c:v>TX</c:v>
                </c:pt>
                <c:pt idx="43">
                  <c:v>UT</c:v>
                </c:pt>
                <c:pt idx="44">
                  <c:v>VA</c:v>
                </c:pt>
                <c:pt idx="45">
                  <c:v>VT</c:v>
                </c:pt>
                <c:pt idx="46">
                  <c:v>WA</c:v>
                </c:pt>
                <c:pt idx="47">
                  <c:v>WI</c:v>
                </c:pt>
                <c:pt idx="48">
                  <c:v>WV</c:v>
                </c:pt>
                <c:pt idx="49">
                  <c:v>WY</c:v>
                </c:pt>
              </c:strCache>
            </c:strRef>
          </c:cat>
          <c:val>
            <c:numRef>
              <c:f>Preview!$AI$15:$AI$65</c:f>
              <c:numCache>
                <c:formatCode>General</c:formatCode>
                <c:ptCount val="50"/>
                <c:pt idx="0">
                  <c:v>2</c:v>
                </c:pt>
                <c:pt idx="1">
                  <c:v>17</c:v>
                </c:pt>
                <c:pt idx="2">
                  <c:v>10</c:v>
                </c:pt>
                <c:pt idx="3">
                  <c:v>30</c:v>
                </c:pt>
                <c:pt idx="4">
                  <c:v>150</c:v>
                </c:pt>
                <c:pt idx="5">
                  <c:v>26</c:v>
                </c:pt>
                <c:pt idx="6">
                  <c:v>25</c:v>
                </c:pt>
                <c:pt idx="7">
                  <c:v>3</c:v>
                </c:pt>
                <c:pt idx="8">
                  <c:v>1</c:v>
                </c:pt>
                <c:pt idx="9">
                  <c:v>85</c:v>
                </c:pt>
                <c:pt idx="10">
                  <c:v>39</c:v>
                </c:pt>
                <c:pt idx="11">
                  <c:v>8</c:v>
                </c:pt>
                <c:pt idx="14">
                  <c:v>47</c:v>
                </c:pt>
                <c:pt idx="16">
                  <c:v>16</c:v>
                </c:pt>
                <c:pt idx="17">
                  <c:v>14</c:v>
                </c:pt>
                <c:pt idx="18">
                  <c:v>9</c:v>
                </c:pt>
                <c:pt idx="19">
                  <c:v>43</c:v>
                </c:pt>
                <c:pt idx="20">
                  <c:v>26</c:v>
                </c:pt>
                <c:pt idx="22">
                  <c:v>16</c:v>
                </c:pt>
                <c:pt idx="23">
                  <c:v>10</c:v>
                </c:pt>
                <c:pt idx="24">
                  <c:v>16</c:v>
                </c:pt>
                <c:pt idx="26">
                  <c:v>2</c:v>
                </c:pt>
                <c:pt idx="27">
                  <c:v>38</c:v>
                </c:pt>
                <c:pt idx="29">
                  <c:v>5</c:v>
                </c:pt>
                <c:pt idx="30">
                  <c:v>60</c:v>
                </c:pt>
                <c:pt idx="31">
                  <c:v>6</c:v>
                </c:pt>
                <c:pt idx="32">
                  <c:v>18</c:v>
                </c:pt>
                <c:pt idx="33">
                  <c:v>114</c:v>
                </c:pt>
                <c:pt idx="34">
                  <c:v>45</c:v>
                </c:pt>
                <c:pt idx="35">
                  <c:v>12</c:v>
                </c:pt>
                <c:pt idx="36">
                  <c:v>16</c:v>
                </c:pt>
                <c:pt idx="37">
                  <c:v>49</c:v>
                </c:pt>
                <c:pt idx="38">
                  <c:v>4</c:v>
                </c:pt>
                <c:pt idx="39">
                  <c:v>13</c:v>
                </c:pt>
                <c:pt idx="40">
                  <c:v>2</c:v>
                </c:pt>
                <c:pt idx="42">
                  <c:v>68</c:v>
                </c:pt>
                <c:pt idx="43">
                  <c:v>6</c:v>
                </c:pt>
                <c:pt idx="44">
                  <c:v>38</c:v>
                </c:pt>
                <c:pt idx="45">
                  <c:v>1</c:v>
                </c:pt>
                <c:pt idx="46">
                  <c:v>22</c:v>
                </c:pt>
                <c:pt idx="47">
                  <c:v>20</c:v>
                </c:pt>
                <c:pt idx="48">
                  <c:v>5</c:v>
                </c:pt>
                <c:pt idx="4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F3-4257-8CB4-96973F6A0B6D}"/>
            </c:ext>
          </c:extLst>
        </c:ser>
        <c:ser>
          <c:idx val="2"/>
          <c:order val="2"/>
          <c:tx>
            <c:strRef>
              <c:f>Preview!$AJ$13:$AJ$14</c:f>
              <c:strCache>
                <c:ptCount val="1"/>
                <c:pt idx="0">
                  <c:v>Fully Paid</c:v>
                </c:pt>
              </c:strCache>
            </c:strRef>
          </c:tx>
          <c:spPr>
            <a:ln w="31750" cap="rnd">
              <a:solidFill>
                <a:schemeClr val="accent3">
                  <a:alpha val="8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Preview!$AG$15:$AG$65</c:f>
              <c:strCache>
                <c:ptCount val="50"/>
                <c:pt idx="0">
                  <c:v>AK</c:v>
                </c:pt>
                <c:pt idx="1">
                  <c:v>AL</c:v>
                </c:pt>
                <c:pt idx="2">
                  <c:v>AR</c:v>
                </c:pt>
                <c:pt idx="3">
                  <c:v>AZ</c:v>
                </c:pt>
                <c:pt idx="4">
                  <c:v>CA</c:v>
                </c:pt>
                <c:pt idx="5">
                  <c:v>CO</c:v>
                </c:pt>
                <c:pt idx="6">
                  <c:v>CT</c:v>
                </c:pt>
                <c:pt idx="7">
                  <c:v>DC</c:v>
                </c:pt>
                <c:pt idx="8">
                  <c:v>DE</c:v>
                </c:pt>
                <c:pt idx="9">
                  <c:v>FL</c:v>
                </c:pt>
                <c:pt idx="10">
                  <c:v>GA</c:v>
                </c:pt>
                <c:pt idx="11">
                  <c:v>HI</c:v>
                </c:pt>
                <c:pt idx="12">
                  <c:v>IA</c:v>
                </c:pt>
                <c:pt idx="13">
                  <c:v>ID</c:v>
                </c:pt>
                <c:pt idx="14">
                  <c:v>IL</c:v>
                </c:pt>
                <c:pt idx="15">
                  <c:v>IN</c:v>
                </c:pt>
                <c:pt idx="16">
                  <c:v>KS</c:v>
                </c:pt>
                <c:pt idx="17">
                  <c:v>KY</c:v>
                </c:pt>
                <c:pt idx="18">
                  <c:v>LA</c:v>
                </c:pt>
                <c:pt idx="19">
                  <c:v>MA</c:v>
                </c:pt>
                <c:pt idx="20">
                  <c:v>MD</c:v>
                </c:pt>
                <c:pt idx="21">
                  <c:v>ME</c:v>
                </c:pt>
                <c:pt idx="22">
                  <c:v>MI</c:v>
                </c:pt>
                <c:pt idx="23">
                  <c:v>MN</c:v>
                </c:pt>
                <c:pt idx="24">
                  <c:v>MO</c:v>
                </c:pt>
                <c:pt idx="25">
                  <c:v>MS</c:v>
                </c:pt>
                <c:pt idx="26">
                  <c:v>MT</c:v>
                </c:pt>
                <c:pt idx="27">
                  <c:v>NC</c:v>
                </c:pt>
                <c:pt idx="28">
                  <c:v>NE</c:v>
                </c:pt>
                <c:pt idx="29">
                  <c:v>NH</c:v>
                </c:pt>
                <c:pt idx="30">
                  <c:v>NJ</c:v>
                </c:pt>
                <c:pt idx="31">
                  <c:v>NM</c:v>
                </c:pt>
                <c:pt idx="32">
                  <c:v>NV</c:v>
                </c:pt>
                <c:pt idx="33">
                  <c:v>NY</c:v>
                </c:pt>
                <c:pt idx="34">
                  <c:v>OH</c:v>
                </c:pt>
                <c:pt idx="35">
                  <c:v>OK</c:v>
                </c:pt>
                <c:pt idx="36">
                  <c:v>OR</c:v>
                </c:pt>
                <c:pt idx="37">
                  <c:v>PA</c:v>
                </c:pt>
                <c:pt idx="38">
                  <c:v>RI</c:v>
                </c:pt>
                <c:pt idx="39">
                  <c:v>SC</c:v>
                </c:pt>
                <c:pt idx="40">
                  <c:v>SD</c:v>
                </c:pt>
                <c:pt idx="41">
                  <c:v>TN</c:v>
                </c:pt>
                <c:pt idx="42">
                  <c:v>TX</c:v>
                </c:pt>
                <c:pt idx="43">
                  <c:v>UT</c:v>
                </c:pt>
                <c:pt idx="44">
                  <c:v>VA</c:v>
                </c:pt>
                <c:pt idx="45">
                  <c:v>VT</c:v>
                </c:pt>
                <c:pt idx="46">
                  <c:v>WA</c:v>
                </c:pt>
                <c:pt idx="47">
                  <c:v>WI</c:v>
                </c:pt>
                <c:pt idx="48">
                  <c:v>WV</c:v>
                </c:pt>
                <c:pt idx="49">
                  <c:v>WY</c:v>
                </c:pt>
              </c:strCache>
            </c:strRef>
          </c:cat>
          <c:val>
            <c:numRef>
              <c:f>Preview!$AJ$15:$AJ$65</c:f>
              <c:numCache>
                <c:formatCode>General</c:formatCode>
                <c:ptCount val="50"/>
                <c:pt idx="0">
                  <c:v>63</c:v>
                </c:pt>
                <c:pt idx="1">
                  <c:v>381</c:v>
                </c:pt>
                <c:pt idx="2">
                  <c:v>208</c:v>
                </c:pt>
                <c:pt idx="3">
                  <c:v>726</c:v>
                </c:pt>
                <c:pt idx="4">
                  <c:v>5823</c:v>
                </c:pt>
                <c:pt idx="5">
                  <c:v>668</c:v>
                </c:pt>
                <c:pt idx="6">
                  <c:v>632</c:v>
                </c:pt>
                <c:pt idx="7">
                  <c:v>196</c:v>
                </c:pt>
                <c:pt idx="8">
                  <c:v>101</c:v>
                </c:pt>
                <c:pt idx="9">
                  <c:v>2277</c:v>
                </c:pt>
                <c:pt idx="10">
                  <c:v>1144</c:v>
                </c:pt>
                <c:pt idx="11">
                  <c:v>138</c:v>
                </c:pt>
                <c:pt idx="12">
                  <c:v>5</c:v>
                </c:pt>
                <c:pt idx="13">
                  <c:v>5</c:v>
                </c:pt>
                <c:pt idx="14">
                  <c:v>1281</c:v>
                </c:pt>
                <c:pt idx="15">
                  <c:v>9</c:v>
                </c:pt>
                <c:pt idx="16">
                  <c:v>224</c:v>
                </c:pt>
                <c:pt idx="17">
                  <c:v>266</c:v>
                </c:pt>
                <c:pt idx="18">
                  <c:v>374</c:v>
                </c:pt>
                <c:pt idx="19">
                  <c:v>1138</c:v>
                </c:pt>
                <c:pt idx="20">
                  <c:v>861</c:v>
                </c:pt>
                <c:pt idx="21">
                  <c:v>3</c:v>
                </c:pt>
                <c:pt idx="22">
                  <c:v>601</c:v>
                </c:pt>
                <c:pt idx="23">
                  <c:v>524</c:v>
                </c:pt>
                <c:pt idx="24">
                  <c:v>556</c:v>
                </c:pt>
                <c:pt idx="25">
                  <c:v>17</c:v>
                </c:pt>
                <c:pt idx="26">
                  <c:v>72</c:v>
                </c:pt>
                <c:pt idx="27">
                  <c:v>636</c:v>
                </c:pt>
                <c:pt idx="28">
                  <c:v>2</c:v>
                </c:pt>
                <c:pt idx="29">
                  <c:v>141</c:v>
                </c:pt>
                <c:pt idx="30">
                  <c:v>1512</c:v>
                </c:pt>
                <c:pt idx="31">
                  <c:v>153</c:v>
                </c:pt>
                <c:pt idx="32">
                  <c:v>371</c:v>
                </c:pt>
                <c:pt idx="33">
                  <c:v>3203</c:v>
                </c:pt>
                <c:pt idx="34">
                  <c:v>1023</c:v>
                </c:pt>
                <c:pt idx="35">
                  <c:v>247</c:v>
                </c:pt>
                <c:pt idx="36">
                  <c:v>364</c:v>
                </c:pt>
                <c:pt idx="37">
                  <c:v>1288</c:v>
                </c:pt>
                <c:pt idx="38">
                  <c:v>169</c:v>
                </c:pt>
                <c:pt idx="39">
                  <c:v>393</c:v>
                </c:pt>
                <c:pt idx="40">
                  <c:v>50</c:v>
                </c:pt>
                <c:pt idx="41">
                  <c:v>15</c:v>
                </c:pt>
                <c:pt idx="42">
                  <c:v>2343</c:v>
                </c:pt>
                <c:pt idx="43">
                  <c:v>212</c:v>
                </c:pt>
                <c:pt idx="44">
                  <c:v>1192</c:v>
                </c:pt>
                <c:pt idx="45">
                  <c:v>47</c:v>
                </c:pt>
                <c:pt idx="46">
                  <c:v>691</c:v>
                </c:pt>
                <c:pt idx="47">
                  <c:v>377</c:v>
                </c:pt>
                <c:pt idx="48">
                  <c:v>151</c:v>
                </c:pt>
                <c:pt idx="49">
                  <c:v>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F3-4257-8CB4-96973F6A0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7267615"/>
        <c:axId val="1189212175"/>
      </c:lineChart>
      <c:catAx>
        <c:axId val="1307267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9212175"/>
        <c:crosses val="autoZero"/>
        <c:auto val="1"/>
        <c:lblAlgn val="ctr"/>
        <c:lblOffset val="100"/>
        <c:noMultiLvlLbl val="0"/>
      </c:catAx>
      <c:valAx>
        <c:axId val="118921217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267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satMod val="103000"/>
            <a:lumMod val="102000"/>
            <a:tint val="94000"/>
          </a:schemeClr>
        </a:gs>
        <a:gs pos="50000">
          <a:schemeClr val="dk1">
            <a:satMod val="110000"/>
            <a:lumMod val="100000"/>
            <a:shade val="100000"/>
          </a:schemeClr>
        </a:gs>
        <a:gs pos="100000">
          <a:schemeClr val="dk1">
            <a:lumMod val="99000"/>
            <a:satMod val="120000"/>
            <a:shade val="78000"/>
          </a:schemeClr>
        </a:gs>
      </a:gsLst>
      <a:lin ang="5400000" scaled="0"/>
      <a:tileRect/>
    </a:gradFill>
    <a:ln w="635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lt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Loan of customers.xlsx]Preview!PivotTable8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Home Ownership wise Last Payment Stats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9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8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9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0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1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2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3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4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5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6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9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6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7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8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9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0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1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2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3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4"/>
        <c:spPr>
          <a:solidFill>
            <a:schemeClr val="accent5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Preview!$AO$2:$AO$3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2540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CE0-438D-A7EE-3C9951DE6B3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CE0-438D-A7EE-3C9951DE6B3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CE0-438D-A7EE-3C9951DE6B3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CE0-438D-A7EE-3C9951DE6B3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CE0-438D-A7EE-3C9951DE6B32}"/>
              </c:ext>
            </c:extLst>
          </c:dPt>
          <c:cat>
            <c:strRef>
              <c:f>Preview!$AN$4:$AN$13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Preview!$AO$4:$AO$13</c:f>
              <c:numCache>
                <c:formatCode>General</c:formatCode>
                <c:ptCount val="9"/>
                <c:pt idx="0">
                  <c:v>70</c:v>
                </c:pt>
                <c:pt idx="1">
                  <c:v>279</c:v>
                </c:pt>
                <c:pt idx="2">
                  <c:v>939</c:v>
                </c:pt>
                <c:pt idx="3">
                  <c:v>2408</c:v>
                </c:pt>
                <c:pt idx="4">
                  <c:v>4383</c:v>
                </c:pt>
                <c:pt idx="5">
                  <c:v>4501</c:v>
                </c:pt>
                <c:pt idx="6">
                  <c:v>4424</c:v>
                </c:pt>
                <c:pt idx="7">
                  <c:v>1063</c:v>
                </c:pt>
                <c:pt idx="8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CE0-438D-A7EE-3C9951DE6B32}"/>
            </c:ext>
          </c:extLst>
        </c:ser>
        <c:ser>
          <c:idx val="1"/>
          <c:order val="1"/>
          <c:tx>
            <c:strRef>
              <c:f>Preview!$AP$2:$AP$3</c:f>
              <c:strCache>
                <c:ptCount val="1"/>
                <c:pt idx="0">
                  <c:v>OWN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cat>
            <c:strRef>
              <c:f>Preview!$AN$4:$AN$13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Preview!$AP$4:$AP$13</c:f>
              <c:numCache>
                <c:formatCode>General</c:formatCode>
                <c:ptCount val="9"/>
                <c:pt idx="0">
                  <c:v>11</c:v>
                </c:pt>
                <c:pt idx="1">
                  <c:v>39</c:v>
                </c:pt>
                <c:pt idx="2">
                  <c:v>185</c:v>
                </c:pt>
                <c:pt idx="3">
                  <c:v>422</c:v>
                </c:pt>
                <c:pt idx="4">
                  <c:v>700</c:v>
                </c:pt>
                <c:pt idx="5">
                  <c:v>703</c:v>
                </c:pt>
                <c:pt idx="6">
                  <c:v>673</c:v>
                </c:pt>
                <c:pt idx="7">
                  <c:v>160</c:v>
                </c:pt>
                <c:pt idx="8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E0-438D-A7EE-3C9951DE6B32}"/>
            </c:ext>
          </c:extLst>
        </c:ser>
        <c:ser>
          <c:idx val="2"/>
          <c:order val="2"/>
          <c:tx>
            <c:strRef>
              <c:f>Preview!$AQ$2:$AQ$3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2540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cat>
            <c:strRef>
              <c:f>Preview!$AN$4:$AN$13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Preview!$AQ$4:$AQ$13</c:f>
              <c:numCache>
                <c:formatCode>General</c:formatCode>
                <c:ptCount val="9"/>
                <c:pt idx="1">
                  <c:v>12</c:v>
                </c:pt>
                <c:pt idx="2">
                  <c:v>16</c:v>
                </c:pt>
                <c:pt idx="3">
                  <c:v>34</c:v>
                </c:pt>
                <c:pt idx="4">
                  <c:v>35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CE0-438D-A7EE-3C9951DE6B32}"/>
            </c:ext>
          </c:extLst>
        </c:ser>
        <c:ser>
          <c:idx val="3"/>
          <c:order val="3"/>
          <c:tx>
            <c:strRef>
              <c:f>Preview!$AR$2:$AR$3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outerShdw blurRad="2540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cat>
            <c:strRef>
              <c:f>Preview!$AN$4:$AN$13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Preview!$AR$4:$AR$13</c:f>
              <c:numCache>
                <c:formatCode>General</c:formatCode>
                <c:ptCount val="9"/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E0-438D-A7EE-3C9951DE6B32}"/>
            </c:ext>
          </c:extLst>
        </c:ser>
        <c:ser>
          <c:idx val="4"/>
          <c:order val="4"/>
          <c:tx>
            <c:strRef>
              <c:f>Preview!$AS$2:$AS$3</c:f>
              <c:strCache>
                <c:ptCount val="1"/>
                <c:pt idx="0">
                  <c:v>MORTGAGE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2540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cat>
            <c:strRef>
              <c:f>Preview!$AN$4:$AN$13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Preview!$AS$4:$AS$13</c:f>
              <c:numCache>
                <c:formatCode>General</c:formatCode>
                <c:ptCount val="9"/>
                <c:pt idx="0">
                  <c:v>56</c:v>
                </c:pt>
                <c:pt idx="1">
                  <c:v>229</c:v>
                </c:pt>
                <c:pt idx="2">
                  <c:v>706</c:v>
                </c:pt>
                <c:pt idx="3">
                  <c:v>2131</c:v>
                </c:pt>
                <c:pt idx="4">
                  <c:v>3786</c:v>
                </c:pt>
                <c:pt idx="5">
                  <c:v>4254</c:v>
                </c:pt>
                <c:pt idx="6">
                  <c:v>4172</c:v>
                </c:pt>
                <c:pt idx="7">
                  <c:v>1207</c:v>
                </c:pt>
                <c:pt idx="8">
                  <c:v>1104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CE0-438D-A7EE-3C9951DE6B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92598384"/>
        <c:axId val="2010969968"/>
      </c:barChart>
      <c:catAx>
        <c:axId val="1592598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69968"/>
        <c:crosses val="autoZero"/>
        <c:auto val="1"/>
        <c:lblAlgn val="ctr"/>
        <c:lblOffset val="100"/>
        <c:noMultiLvlLbl val="0"/>
      </c:catAx>
      <c:valAx>
        <c:axId val="2010969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2598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satMod val="103000"/>
            <a:lumMod val="102000"/>
            <a:tint val="94000"/>
          </a:schemeClr>
        </a:gs>
        <a:gs pos="50000">
          <a:schemeClr val="dk1">
            <a:satMod val="110000"/>
            <a:lumMod val="100000"/>
            <a:shade val="100000"/>
          </a:schemeClr>
        </a:gs>
        <a:gs pos="100000">
          <a:schemeClr val="dk1">
            <a:lumMod val="99000"/>
            <a:satMod val="120000"/>
            <a:shade val="78000"/>
          </a:schemeClr>
        </a:gs>
      </a:gsLst>
      <a:lin ang="5400000" scaled="0"/>
      <a:tileRect/>
    </a:gradFill>
    <a:ln w="635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lt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373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320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821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8088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22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8948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869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7108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60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468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193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28036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5941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10103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4615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3289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2991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5089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5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37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48" r:id="rId12"/>
    <p:sldLayoutId id="2147484149" r:id="rId13"/>
    <p:sldLayoutId id="2147484150" r:id="rId14"/>
    <p:sldLayoutId id="2147484151" r:id="rId15"/>
    <p:sldLayoutId id="2147484152" r:id="rId16"/>
    <p:sldLayoutId id="2147484153" r:id="rId17"/>
    <p:sldLayoutId id="214748415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677B-98B1-13DE-B3EB-CCE11A88C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4170" y="622920"/>
            <a:ext cx="4092133" cy="2806080"/>
          </a:xfrm>
        </p:spPr>
        <p:txBody>
          <a:bodyPr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BANK LOAN ANALYTICS PROJECT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74107-133F-F838-1094-6226E5896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Presented by Group 3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A88E25E-69EF-E276-C3EE-47A70FB517C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" r="1769"/>
          <a:stretch>
            <a:fillRect/>
          </a:stretch>
        </p:blipFill>
        <p:spPr>
          <a:xfrm>
            <a:off x="0" y="0"/>
            <a:ext cx="7025951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206297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C21B-348E-651B-842B-C73E2ABA5B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95535" y="428419"/>
            <a:ext cx="9139238" cy="7921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 Black" panose="020B0A04020102020204" pitchFamily="34" charset="0"/>
              </a:rPr>
              <a:t>INTRODUCTION</a:t>
            </a:r>
            <a:endParaRPr lang="en-IN" sz="3600" b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 descr="Bullseye with solid fill">
            <a:extLst>
              <a:ext uri="{FF2B5EF4-FFF2-40B4-BE49-F238E27FC236}">
                <a16:creationId xmlns:a16="http://schemas.microsoft.com/office/drawing/2014/main" id="{9183F212-5215-03DF-FD19-CD184B009B0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5535" y="1679477"/>
            <a:ext cx="914400" cy="914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444E99-2A9B-B807-186C-3AE8FE3C4C9E}"/>
              </a:ext>
            </a:extLst>
          </p:cNvPr>
          <p:cNvSpPr txBox="1"/>
          <p:nvPr/>
        </p:nvSpPr>
        <p:spPr>
          <a:xfrm>
            <a:off x="2967135" y="1659624"/>
            <a:ext cx="7856375" cy="9541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 aims to analyze a bank’s loan portfolio and understand loan performance, customer behavior, repayment patterns, and credit risk.</a:t>
            </a:r>
          </a:p>
        </p:txBody>
      </p:sp>
      <p:pic>
        <p:nvPicPr>
          <p:cNvPr id="9" name="Graphic 8" descr="Users with solid fill">
            <a:extLst>
              <a:ext uri="{FF2B5EF4-FFF2-40B4-BE49-F238E27FC236}">
                <a16:creationId xmlns:a16="http://schemas.microsoft.com/office/drawing/2014/main" id="{722959F1-F68A-9327-9290-88E4AA1EA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0180" y="342900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CAC100-5BF7-96F2-520B-41C0CE2A2A84}"/>
              </a:ext>
            </a:extLst>
          </p:cNvPr>
          <p:cNvSpPr txBox="1"/>
          <p:nvPr/>
        </p:nvSpPr>
        <p:spPr>
          <a:xfrm>
            <a:off x="2967135" y="3248800"/>
            <a:ext cx="7856374" cy="123110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purpose of this project is to analyze bank loan data and identify meaningful patterns, trends, and risks that can help the bank improve its lending decisions.</a:t>
            </a:r>
          </a:p>
        </p:txBody>
      </p:sp>
      <p:pic>
        <p:nvPicPr>
          <p:cNvPr id="12" name="Graphic 11" descr="Bar chart with solid fill">
            <a:extLst>
              <a:ext uri="{FF2B5EF4-FFF2-40B4-BE49-F238E27FC236}">
                <a16:creationId xmlns:a16="http://schemas.microsoft.com/office/drawing/2014/main" id="{57CB2F30-DF2E-E2F9-4BDE-7B21A3586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0180" y="4977104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AB18BF-773F-1788-B294-DFFF3AB76DA3}"/>
              </a:ext>
            </a:extLst>
          </p:cNvPr>
          <p:cNvSpPr txBox="1"/>
          <p:nvPr/>
        </p:nvSpPr>
        <p:spPr>
          <a:xfrm>
            <a:off x="2967135" y="4977104"/>
            <a:ext cx="7856374" cy="1231106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converts raw loan data into an interactive analytical dashboard that helps users understand the bank's loan portfolio.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02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1641CE-4E34-2B6E-ED4F-C489159FFECB}"/>
              </a:ext>
            </a:extLst>
          </p:cNvPr>
          <p:cNvSpPr txBox="1"/>
          <p:nvPr/>
        </p:nvSpPr>
        <p:spPr>
          <a:xfrm>
            <a:off x="858415" y="867748"/>
            <a:ext cx="5654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endParaRPr lang="en-IN" sz="4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92C77-9C87-FABE-A5C0-5D6F3EDBD196}"/>
              </a:ext>
            </a:extLst>
          </p:cNvPr>
          <p:cNvSpPr txBox="1"/>
          <p:nvPr/>
        </p:nvSpPr>
        <p:spPr>
          <a:xfrm>
            <a:off x="858415" y="2556588"/>
            <a:ext cx="3881536" cy="2062103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Microsoft Excel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Tableau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522F6-E5B2-5E72-5A77-5F51AB891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43" y="1096364"/>
            <a:ext cx="2748251" cy="2491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78B74-5CC2-AE3F-F244-BCE0D03C7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942" y="1096363"/>
            <a:ext cx="2748251" cy="24912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D84A7-033B-B756-F0B1-EC911EE1E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442" y="3816255"/>
            <a:ext cx="2699652" cy="26405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DB1D3A-32ED-0638-6865-E971A233EB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943" y="3816254"/>
            <a:ext cx="2759142" cy="26405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87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647F5-7117-DD1F-7815-85443233DEC1}"/>
              </a:ext>
            </a:extLst>
          </p:cNvPr>
          <p:cNvSpPr txBox="1"/>
          <p:nvPr/>
        </p:nvSpPr>
        <p:spPr>
          <a:xfrm>
            <a:off x="793651" y="858416"/>
            <a:ext cx="5302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 Black" panose="020B0A04020102020204" pitchFamily="34" charset="0"/>
              </a:rPr>
              <a:t>Business Objectives</a:t>
            </a:r>
            <a:endParaRPr lang="en-IN" sz="3600" b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67A9-3932-29FE-AB6A-A5ABDC472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024" y="1007706"/>
            <a:ext cx="4133462" cy="5243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17B07F-391A-FA46-CE17-05EDDB7C3D7F}"/>
              </a:ext>
            </a:extLst>
          </p:cNvPr>
          <p:cNvSpPr txBox="1"/>
          <p:nvPr/>
        </p:nvSpPr>
        <p:spPr>
          <a:xfrm>
            <a:off x="865416" y="1938049"/>
            <a:ext cx="4133462" cy="409342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Loan Applications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 Loan Amount &amp; Funding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Loan Performance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High-Risk Customers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Customer Segments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Revenue &amp; Interest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Credit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1891581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D555ED-8F8D-578F-B781-75C17BCE1E0E}"/>
              </a:ext>
            </a:extLst>
          </p:cNvPr>
          <p:cNvSpPr txBox="1"/>
          <p:nvPr/>
        </p:nvSpPr>
        <p:spPr>
          <a:xfrm>
            <a:off x="1063692" y="726024"/>
            <a:ext cx="2364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Sets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8F4872CF-A37F-4211-AA80-451F5D85E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692" y="1854837"/>
            <a:ext cx="914400" cy="914400"/>
          </a:xfrm>
          <a:prstGeom prst="rect">
            <a:avLst/>
          </a:prstGeom>
        </p:spPr>
      </p:pic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A1683DFF-93D9-E690-B74A-B70B0C5B2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692" y="4166119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00E2ED-55FD-1F49-75D4-F55012C63A1A}"/>
              </a:ext>
            </a:extLst>
          </p:cNvPr>
          <p:cNvSpPr txBox="1"/>
          <p:nvPr/>
        </p:nvSpPr>
        <p:spPr>
          <a:xfrm>
            <a:off x="2267340" y="1777482"/>
            <a:ext cx="3828660" cy="15388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Finance_1(Loan Data)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Dataset contains the basic loan application, borrower, and loan details.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7DECA-1AA9-6639-F181-256228C6BE33}"/>
              </a:ext>
            </a:extLst>
          </p:cNvPr>
          <p:cNvSpPr txBox="1"/>
          <p:nvPr/>
        </p:nvSpPr>
        <p:spPr>
          <a:xfrm>
            <a:off x="2267341" y="3849413"/>
            <a:ext cx="3828660" cy="212365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Finance_2 (Customer &amp; payment data)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Dataset contains additional information about loan payments, borrower credit history, and loan performance.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E7F9C-18DD-C711-E08C-7E599ACB111D}"/>
              </a:ext>
            </a:extLst>
          </p:cNvPr>
          <p:cNvSpPr txBox="1"/>
          <p:nvPr/>
        </p:nvSpPr>
        <p:spPr>
          <a:xfrm>
            <a:off x="7589164" y="724260"/>
            <a:ext cx="2808514" cy="572464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Key Columns: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loan_amnt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funded_amnt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int_rate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annual_inc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loan_status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issue_d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addr_state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dti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total_pymnt total_rec_prncp total_rec_int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recoveries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last_pymnt_d last_pymnt_amnt revol_bal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total_acc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last_credit_pull_d</a:t>
            </a:r>
          </a:p>
        </p:txBody>
      </p:sp>
    </p:spTree>
    <p:extLst>
      <p:ext uri="{BB962C8B-B14F-4D97-AF65-F5344CB8AC3E}">
        <p14:creationId xmlns:p14="http://schemas.microsoft.com/office/powerpoint/2010/main" val="35077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54206B-F301-34E3-86D5-207F30745FC2}"/>
              </a:ext>
            </a:extLst>
          </p:cNvPr>
          <p:cNvSpPr txBox="1"/>
          <p:nvPr/>
        </p:nvSpPr>
        <p:spPr>
          <a:xfrm>
            <a:off x="597159" y="1864331"/>
            <a:ext cx="6522098" cy="369331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Finance_1 and Finance_2 datasets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structure and columns of both datasets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duplicate and missing records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 data types for numerical and date fields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issue_d, last_pymnt_d, and last_credit_pull_d into date format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Year and Month fields for time-based analysis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common columns such as id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both datasets using common keys such as id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the required information from both datasets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 the final dataset for accuracy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 clean data for analysis and dashboard creation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B3ACC-206C-7639-3EA7-B85CFAF2191F}"/>
              </a:ext>
            </a:extLst>
          </p:cNvPr>
          <p:cNvSpPr txBox="1"/>
          <p:nvPr/>
        </p:nvSpPr>
        <p:spPr>
          <a:xfrm>
            <a:off x="737118" y="718457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87F2A-81E0-94FF-8849-88E47340E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819" y="1650085"/>
            <a:ext cx="4214327" cy="39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1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5FA30-C29C-F63A-055A-7C2455198C25}"/>
              </a:ext>
            </a:extLst>
          </p:cNvPr>
          <p:cNvSpPr txBox="1"/>
          <p:nvPr/>
        </p:nvSpPr>
        <p:spPr>
          <a:xfrm>
            <a:off x="1250302" y="877077"/>
            <a:ext cx="4845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KPI’S Addressed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B40F1-0B9A-0E5F-DC8A-3BA04087363A}"/>
              </a:ext>
            </a:extLst>
          </p:cNvPr>
          <p:cNvSpPr txBox="1"/>
          <p:nvPr/>
        </p:nvSpPr>
        <p:spPr>
          <a:xfrm>
            <a:off x="1250302" y="2041383"/>
            <a:ext cx="6920484" cy="3939540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3200" dirty="0"/>
              <a:t>💰</a:t>
            </a:r>
            <a:r>
              <a:rPr lang="en-IN" dirty="0"/>
              <a:t> </a:t>
            </a:r>
            <a:r>
              <a:rPr lang="en-IN" b="1" dirty="0"/>
              <a:t>Year wise loan amount Stats</a:t>
            </a:r>
          </a:p>
          <a:p>
            <a:endParaRPr lang="en-IN" b="1" dirty="0"/>
          </a:p>
          <a:p>
            <a:r>
              <a:rPr lang="en-IN" sz="3200" dirty="0"/>
              <a:t>💳 </a:t>
            </a:r>
            <a:r>
              <a:rPr lang="en-IN" b="1" dirty="0"/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  <a:p>
            <a:r>
              <a:rPr lang="en-IN" sz="3200" dirty="0"/>
              <a:t>✅</a:t>
            </a:r>
            <a:r>
              <a:rPr lang="en-IN" dirty="0"/>
              <a:t>  </a:t>
            </a:r>
            <a:r>
              <a:rPr lang="en-IN" b="1" dirty="0"/>
              <a:t>Total Payment for Verified Status Vs Non Verified Status</a:t>
            </a:r>
          </a:p>
          <a:p>
            <a:endParaRPr lang="en-IN" b="1" dirty="0"/>
          </a:p>
          <a:p>
            <a:r>
              <a:rPr lang="en-IN" sz="3200" dirty="0"/>
              <a:t>📍 </a:t>
            </a:r>
            <a:r>
              <a:rPr lang="en-IN" b="1" dirty="0"/>
              <a:t>State wise and last_credit_pull_d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  <a:p>
            <a:r>
              <a:rPr lang="en-IN" sz="3200" dirty="0"/>
              <a:t>🏠 </a:t>
            </a:r>
            <a:r>
              <a:rPr lang="en-IN" b="1" dirty="0"/>
              <a:t>Home ownership Vs last payment date stats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89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DD1D8-E215-A51A-0750-1F71B6304E22}"/>
              </a:ext>
            </a:extLst>
          </p:cNvPr>
          <p:cNvSpPr txBox="1"/>
          <p:nvPr/>
        </p:nvSpPr>
        <p:spPr>
          <a:xfrm>
            <a:off x="4077477" y="942391"/>
            <a:ext cx="3057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Findings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406D3-24CF-2F5A-DE44-2346F1D603F9}"/>
              </a:ext>
            </a:extLst>
          </p:cNvPr>
          <p:cNvSpPr txBox="1"/>
          <p:nvPr/>
        </p:nvSpPr>
        <p:spPr>
          <a:xfrm>
            <a:off x="2472612" y="1931438"/>
            <a:ext cx="1952779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Total Customers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A5052-1023-5CA7-BD3A-52AC8DE74D77}"/>
              </a:ext>
            </a:extLst>
          </p:cNvPr>
          <p:cNvSpPr txBox="1"/>
          <p:nvPr/>
        </p:nvSpPr>
        <p:spPr>
          <a:xfrm>
            <a:off x="2472612" y="2700823"/>
            <a:ext cx="2299027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Total Loan Amount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9A066-CFCD-D86C-F1CB-BDCA3FC39A31}"/>
              </a:ext>
            </a:extLst>
          </p:cNvPr>
          <p:cNvSpPr txBox="1"/>
          <p:nvPr/>
        </p:nvSpPr>
        <p:spPr>
          <a:xfrm>
            <a:off x="2472612" y="3548548"/>
            <a:ext cx="2632452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Average Interest Rate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C91F5E-6DCF-7D9F-E5AE-FC20546F703E}"/>
              </a:ext>
            </a:extLst>
          </p:cNvPr>
          <p:cNvSpPr txBox="1"/>
          <p:nvPr/>
        </p:nvSpPr>
        <p:spPr>
          <a:xfrm>
            <a:off x="2472612" y="4396273"/>
            <a:ext cx="2672526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Total Revolve Balance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E1A1C-0CD5-9FBE-10BC-8DC5C172A403}"/>
              </a:ext>
            </a:extLst>
          </p:cNvPr>
          <p:cNvSpPr txBox="1"/>
          <p:nvPr/>
        </p:nvSpPr>
        <p:spPr>
          <a:xfrm>
            <a:off x="2523847" y="5243998"/>
            <a:ext cx="1553630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Average DTI</a:t>
            </a:r>
            <a:endParaRPr lang="en-IN" b="1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C3E5527-25F0-9C50-7AC2-678F2A2B604B}"/>
              </a:ext>
            </a:extLst>
          </p:cNvPr>
          <p:cNvSpPr/>
          <p:nvPr/>
        </p:nvSpPr>
        <p:spPr>
          <a:xfrm>
            <a:off x="6096000" y="1931438"/>
            <a:ext cx="709126" cy="2519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E1A76F8-98BD-5467-681C-3FF5B8C795D3}"/>
              </a:ext>
            </a:extLst>
          </p:cNvPr>
          <p:cNvSpPr/>
          <p:nvPr/>
        </p:nvSpPr>
        <p:spPr>
          <a:xfrm>
            <a:off x="6096000" y="2770006"/>
            <a:ext cx="709126" cy="2519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9724F44-271F-1050-44BE-2E74FC21825D}"/>
              </a:ext>
            </a:extLst>
          </p:cNvPr>
          <p:cNvSpPr/>
          <p:nvPr/>
        </p:nvSpPr>
        <p:spPr>
          <a:xfrm>
            <a:off x="6096000" y="3616572"/>
            <a:ext cx="709126" cy="2519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8076AD4-C3FE-D4EA-A00D-0BD39D0731FE}"/>
              </a:ext>
            </a:extLst>
          </p:cNvPr>
          <p:cNvSpPr/>
          <p:nvPr/>
        </p:nvSpPr>
        <p:spPr>
          <a:xfrm>
            <a:off x="6096000" y="4463138"/>
            <a:ext cx="709126" cy="2519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5769D7C-0016-E158-F017-9ECE9055CF15}"/>
              </a:ext>
            </a:extLst>
          </p:cNvPr>
          <p:cNvSpPr/>
          <p:nvPr/>
        </p:nvSpPr>
        <p:spPr>
          <a:xfrm>
            <a:off x="6096000" y="5361405"/>
            <a:ext cx="709126" cy="2519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2CFEE6-3B3A-F3A8-83F6-9E28A6616E88}"/>
              </a:ext>
            </a:extLst>
          </p:cNvPr>
          <p:cNvSpPr txBox="1"/>
          <p:nvPr/>
        </p:nvSpPr>
        <p:spPr>
          <a:xfrm>
            <a:off x="7892459" y="1931438"/>
            <a:ext cx="889987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39,717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2AA3EB-50EA-8E9D-39DA-F56F3A3A7C62}"/>
              </a:ext>
            </a:extLst>
          </p:cNvPr>
          <p:cNvSpPr txBox="1"/>
          <p:nvPr/>
        </p:nvSpPr>
        <p:spPr>
          <a:xfrm>
            <a:off x="7892459" y="2755354"/>
            <a:ext cx="845103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446 M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B2064B-C394-3711-ABA8-7D2A8CC8F46D}"/>
              </a:ext>
            </a:extLst>
          </p:cNvPr>
          <p:cNvSpPr txBox="1"/>
          <p:nvPr/>
        </p:nvSpPr>
        <p:spPr>
          <a:xfrm>
            <a:off x="7892459" y="3557868"/>
            <a:ext cx="966931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12.02%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01F1D-C3B1-8456-95E5-73C4299CD6C2}"/>
              </a:ext>
            </a:extLst>
          </p:cNvPr>
          <p:cNvSpPr txBox="1"/>
          <p:nvPr/>
        </p:nvSpPr>
        <p:spPr>
          <a:xfrm>
            <a:off x="7892459" y="4396273"/>
            <a:ext cx="1037463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/>
              <a:t>531.5 M</a:t>
            </a:r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4772E6-6827-5191-F822-86A67BFA73C5}"/>
              </a:ext>
            </a:extLst>
          </p:cNvPr>
          <p:cNvSpPr txBox="1"/>
          <p:nvPr/>
        </p:nvSpPr>
        <p:spPr>
          <a:xfrm>
            <a:off x="7892459" y="5243998"/>
            <a:ext cx="761747" cy="369332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13.32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4304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B23C8-12E4-1C07-F07A-0DA18175E7CD}"/>
              </a:ext>
            </a:extLst>
          </p:cNvPr>
          <p:cNvSpPr txBox="1"/>
          <p:nvPr/>
        </p:nvSpPr>
        <p:spPr>
          <a:xfrm>
            <a:off x="1091682" y="593266"/>
            <a:ext cx="8153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KPI-1: Year wise loan amount Status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5D6CF5-F668-463F-B402-B28EB93D1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1179000"/>
              </p:ext>
            </p:extLst>
          </p:nvPr>
        </p:nvGraphicFramePr>
        <p:xfrm>
          <a:off x="1091682" y="2043404"/>
          <a:ext cx="5717566" cy="36482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678E52-4CC5-45E8-8C19-2A552B686AC1}"/>
              </a:ext>
            </a:extLst>
          </p:cNvPr>
          <p:cNvSpPr txBox="1"/>
          <p:nvPr/>
        </p:nvSpPr>
        <p:spPr>
          <a:xfrm>
            <a:off x="8005665" y="2705877"/>
            <a:ext cx="2722012" cy="1754326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shows the total loan amount issued each year from 2007 to 2011.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shows a strong upward trend in loan amounts over the years. </a:t>
            </a:r>
          </a:p>
        </p:txBody>
      </p:sp>
    </p:spTree>
    <p:extLst>
      <p:ext uri="{BB962C8B-B14F-4D97-AF65-F5344CB8AC3E}">
        <p14:creationId xmlns:p14="http://schemas.microsoft.com/office/powerpoint/2010/main" val="105402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A2F51-3A45-4BB2-95BE-60DA714F51BB}"/>
              </a:ext>
            </a:extLst>
          </p:cNvPr>
          <p:cNvSpPr txBox="1"/>
          <p:nvPr/>
        </p:nvSpPr>
        <p:spPr>
          <a:xfrm>
            <a:off x="699797" y="821094"/>
            <a:ext cx="97225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KPI-2: Grade and sub grade wise revol_bal</a:t>
            </a: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7164697-6E89-404D-A44F-255D6EEDE2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4104004"/>
              </p:ext>
            </p:extLst>
          </p:nvPr>
        </p:nvGraphicFramePr>
        <p:xfrm>
          <a:off x="699797" y="2183363"/>
          <a:ext cx="7483151" cy="3489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AA1A045-2CDA-9A4D-7BEB-24643EB6790B}"/>
              </a:ext>
            </a:extLst>
          </p:cNvPr>
          <p:cNvSpPr txBox="1"/>
          <p:nvPr/>
        </p:nvSpPr>
        <p:spPr>
          <a:xfrm>
            <a:off x="8804986" y="2024742"/>
            <a:ext cx="2528596" cy="3693319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shows the revolving balance across different loan grades and sub-grades, from A1 to G5.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B has the highest revolving balance, with B3 reaching 40, while the revolving balance generally decreases as we move toward the lower grades, especially F and G.</a:t>
            </a:r>
          </a:p>
        </p:txBody>
      </p:sp>
    </p:spTree>
    <p:extLst>
      <p:ext uri="{BB962C8B-B14F-4D97-AF65-F5344CB8AC3E}">
        <p14:creationId xmlns:p14="http://schemas.microsoft.com/office/powerpoint/2010/main" val="378178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EC683-32A8-2968-0553-FED7F79E12E9}"/>
              </a:ext>
            </a:extLst>
          </p:cNvPr>
          <p:cNvSpPr txBox="1"/>
          <p:nvPr/>
        </p:nvSpPr>
        <p:spPr>
          <a:xfrm>
            <a:off x="494523" y="671804"/>
            <a:ext cx="101209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</a:rPr>
              <a:t>KPI-3: Total Payment for Verified Status Vs     Non Verified Status</a:t>
            </a: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2178C3-EAC8-4D53-B6F8-20DA7A4064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553210"/>
              </p:ext>
            </p:extLst>
          </p:nvPr>
        </p:nvGraphicFramePr>
        <p:xfrm>
          <a:off x="690465" y="2332653"/>
          <a:ext cx="5570376" cy="3377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50CFC2-53C6-226C-2CA4-FAAECF0C4556}"/>
              </a:ext>
            </a:extLst>
          </p:cNvPr>
          <p:cNvSpPr txBox="1"/>
          <p:nvPr/>
        </p:nvSpPr>
        <p:spPr>
          <a:xfrm>
            <a:off x="7548466" y="2624993"/>
            <a:ext cx="3259105" cy="2308324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Verified: Shows the total amount paid by borrowers whose loan verification status is Verified. </a:t>
            </a:r>
          </a:p>
          <a:p>
            <a:pPr lvl="0"/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Verified: Shows the total amount paid by borrowers whose verification status is Not Verified. </a:t>
            </a:r>
          </a:p>
        </p:txBody>
      </p:sp>
    </p:spTree>
    <p:extLst>
      <p:ext uri="{BB962C8B-B14F-4D97-AF65-F5344CB8AC3E}">
        <p14:creationId xmlns:p14="http://schemas.microsoft.com/office/powerpoint/2010/main" val="304715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6CDB6-FDC2-9A2C-1D5C-72474CE8C1AA}"/>
              </a:ext>
            </a:extLst>
          </p:cNvPr>
          <p:cNvSpPr txBox="1"/>
          <p:nvPr/>
        </p:nvSpPr>
        <p:spPr>
          <a:xfrm>
            <a:off x="391499" y="811375"/>
            <a:ext cx="10236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KPI-4: State wise and last_credit_pull_d wise loan status</a:t>
            </a: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6400148-7024-42CE-A550-7CD4321BE5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177851"/>
              </p:ext>
            </p:extLst>
          </p:nvPr>
        </p:nvGraphicFramePr>
        <p:xfrm>
          <a:off x="679657" y="2587283"/>
          <a:ext cx="6588889" cy="3263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D4EBC9-C5D9-6BAC-C65D-6DBBC4812020}"/>
              </a:ext>
            </a:extLst>
          </p:cNvPr>
          <p:cNvSpPr txBox="1"/>
          <p:nvPr/>
        </p:nvSpPr>
        <p:spPr>
          <a:xfrm>
            <a:off x="8229600" y="2957804"/>
            <a:ext cx="2646201" cy="1754326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is used to understand how loan statuses are distributed across different states and over the latest credit-pull periods.</a:t>
            </a:r>
          </a:p>
        </p:txBody>
      </p:sp>
    </p:spTree>
    <p:extLst>
      <p:ext uri="{BB962C8B-B14F-4D97-AF65-F5344CB8AC3E}">
        <p14:creationId xmlns:p14="http://schemas.microsoft.com/office/powerpoint/2010/main" val="858389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B88C1-F923-0E5A-3A66-72E660801A05}"/>
              </a:ext>
            </a:extLst>
          </p:cNvPr>
          <p:cNvSpPr txBox="1"/>
          <p:nvPr/>
        </p:nvSpPr>
        <p:spPr>
          <a:xfrm>
            <a:off x="466531" y="1007706"/>
            <a:ext cx="10814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KPI-5: Home ownership Vs last payment date status</a:t>
            </a: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DA2A46A-D487-43F9-BB6B-4621B5DF9E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584885"/>
              </p:ext>
            </p:extLst>
          </p:nvPr>
        </p:nvGraphicFramePr>
        <p:xfrm>
          <a:off x="763476" y="2485033"/>
          <a:ext cx="5898581" cy="3262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2E8FEC-5899-E796-2236-5D23893D0AEA}"/>
              </a:ext>
            </a:extLst>
          </p:cNvPr>
          <p:cNvSpPr txBox="1"/>
          <p:nvPr/>
        </p:nvSpPr>
        <p:spPr>
          <a:xfrm>
            <a:off x="7949682" y="3075971"/>
            <a:ext cx="2696547" cy="1477328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shows the relationship between a borrower's home ownership type and their last payment date/status.</a:t>
            </a:r>
          </a:p>
        </p:txBody>
      </p:sp>
    </p:spTree>
    <p:extLst>
      <p:ext uri="{BB962C8B-B14F-4D97-AF65-F5344CB8AC3E}">
        <p14:creationId xmlns:p14="http://schemas.microsoft.com/office/powerpoint/2010/main" val="243183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C6CC0-8F48-E250-BF14-F002CB757157}"/>
              </a:ext>
            </a:extLst>
          </p:cNvPr>
          <p:cNvSpPr txBox="1"/>
          <p:nvPr/>
        </p:nvSpPr>
        <p:spPr>
          <a:xfrm>
            <a:off x="3816220" y="347358"/>
            <a:ext cx="4254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Dashboard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41489-9193-FD3C-635C-A70D6DA1A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94" y="1287624"/>
            <a:ext cx="10674220" cy="522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80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41B80-26CA-D69E-55F8-944888979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3" y="877078"/>
            <a:ext cx="10303133" cy="57289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4A3899-A760-2873-E29D-51E5E2C07995}"/>
              </a:ext>
            </a:extLst>
          </p:cNvPr>
          <p:cNvSpPr txBox="1"/>
          <p:nvPr/>
        </p:nvSpPr>
        <p:spPr>
          <a:xfrm>
            <a:off x="3405673" y="121299"/>
            <a:ext cx="5057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312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F78C7-8F27-D2F9-A09E-25352F21459A}"/>
              </a:ext>
            </a:extLst>
          </p:cNvPr>
          <p:cNvSpPr txBox="1"/>
          <p:nvPr/>
        </p:nvSpPr>
        <p:spPr>
          <a:xfrm>
            <a:off x="4087421" y="65401"/>
            <a:ext cx="2971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Queries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2EAE3-3E50-41DF-951B-7DD55FE04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5" y="773681"/>
            <a:ext cx="5512637" cy="1732957"/>
          </a:xfrm>
          <a:prstGeom prst="rect">
            <a:avLst/>
          </a:prstGeom>
        </p:spPr>
      </p:pic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020841CD-E3F9-F1BC-6BD0-5C81304B83F1}"/>
              </a:ext>
            </a:extLst>
          </p:cNvPr>
          <p:cNvSpPr/>
          <p:nvPr/>
        </p:nvSpPr>
        <p:spPr>
          <a:xfrm>
            <a:off x="5592148" y="669092"/>
            <a:ext cx="1007706" cy="584820"/>
          </a:xfrm>
          <a:prstGeom prst="wedgeEllipse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KPI-1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FFF93-43A5-4C26-CE4B-3097763A0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5" y="2621056"/>
            <a:ext cx="4660845" cy="1732957"/>
          </a:xfrm>
          <a:prstGeom prst="rect">
            <a:avLst/>
          </a:prstGeom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B0250EAA-F4AB-DA2C-76CE-19AC68F834AB}"/>
              </a:ext>
            </a:extLst>
          </p:cNvPr>
          <p:cNvSpPr/>
          <p:nvPr/>
        </p:nvSpPr>
        <p:spPr>
          <a:xfrm>
            <a:off x="4697473" y="2535110"/>
            <a:ext cx="1101012" cy="615820"/>
          </a:xfrm>
          <a:prstGeom prst="wedgeEllipse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KPI-2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C15FC3-6FB4-E234-76D4-1E989C403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15" y="4512271"/>
            <a:ext cx="6218459" cy="20728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23132-D1C9-0061-810F-EAABFB155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742" y="773681"/>
            <a:ext cx="4595258" cy="27346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C3EEE6-CE5C-BAA4-D10F-AF436BF79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6742" y="3705382"/>
            <a:ext cx="4595258" cy="2879709"/>
          </a:xfrm>
          <a:prstGeom prst="rect">
            <a:avLst/>
          </a:prstGeom>
        </p:spPr>
      </p:pic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F7522219-291E-FF65-A9DE-FF445588484D}"/>
              </a:ext>
            </a:extLst>
          </p:cNvPr>
          <p:cNvSpPr/>
          <p:nvPr/>
        </p:nvSpPr>
        <p:spPr>
          <a:xfrm>
            <a:off x="5798485" y="3949401"/>
            <a:ext cx="1101012" cy="615820"/>
          </a:xfrm>
          <a:prstGeom prst="wedgeEllipse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KPI-3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peech Bubble: Oval 24">
            <a:extLst>
              <a:ext uri="{FF2B5EF4-FFF2-40B4-BE49-F238E27FC236}">
                <a16:creationId xmlns:a16="http://schemas.microsoft.com/office/drawing/2014/main" id="{9C224474-7412-398F-D345-0D8EAC6A058D}"/>
              </a:ext>
            </a:extLst>
          </p:cNvPr>
          <p:cNvSpPr/>
          <p:nvPr/>
        </p:nvSpPr>
        <p:spPr>
          <a:xfrm>
            <a:off x="10989708" y="388566"/>
            <a:ext cx="1101012" cy="615820"/>
          </a:xfrm>
          <a:prstGeom prst="wedgeEllipse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KPI-4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peech Bubble: Oval 26">
            <a:extLst>
              <a:ext uri="{FF2B5EF4-FFF2-40B4-BE49-F238E27FC236}">
                <a16:creationId xmlns:a16="http://schemas.microsoft.com/office/drawing/2014/main" id="{E66D749E-57B2-0744-36E8-B62BA766C65E}"/>
              </a:ext>
            </a:extLst>
          </p:cNvPr>
          <p:cNvSpPr/>
          <p:nvPr/>
        </p:nvSpPr>
        <p:spPr>
          <a:xfrm>
            <a:off x="11157079" y="3262349"/>
            <a:ext cx="1101012" cy="615820"/>
          </a:xfrm>
          <a:prstGeom prst="wedgeEllipse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KPI-5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60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971E5-5211-85AD-9A93-BC5CF2216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897125"/>
            <a:ext cx="10842171" cy="56559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BE916-64B8-8EB2-5ED7-AC8D6F8A1A16}"/>
              </a:ext>
            </a:extLst>
          </p:cNvPr>
          <p:cNvSpPr txBox="1"/>
          <p:nvPr/>
        </p:nvSpPr>
        <p:spPr>
          <a:xfrm>
            <a:off x="3648269" y="149290"/>
            <a:ext cx="4433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Tableau Dashboard</a:t>
            </a:r>
            <a:endParaRPr lang="en-IN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82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512B99-929D-AF8D-0183-76DF4BB80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04" y="624567"/>
            <a:ext cx="10114383" cy="542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46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359</TotalTime>
  <Words>674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Century Gothic</vt:lpstr>
      <vt:lpstr>Wingdings</vt:lpstr>
      <vt:lpstr>Wingdings 3</vt:lpstr>
      <vt:lpstr>Ion</vt:lpstr>
      <vt:lpstr>BANK LOAN ANALYTICS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S</dc:creator>
  <cp:lastModifiedBy>Sravani S</cp:lastModifiedBy>
  <cp:revision>1</cp:revision>
  <dcterms:created xsi:type="dcterms:W3CDTF">2026-08-30T05:56:48Z</dcterms:created>
  <dcterms:modified xsi:type="dcterms:W3CDTF">2026-09-01T13:39:16Z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